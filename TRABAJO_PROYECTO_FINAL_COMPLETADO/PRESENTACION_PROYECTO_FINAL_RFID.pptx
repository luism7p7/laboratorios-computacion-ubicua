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4"/>
  </p:sldMasterIdLst>
  <p:notesMasterIdLst>
    <p:notesMasterId r:id="rId12"/>
  </p:notesMasterIdLst>
  <p:sldIdLst>
    <p:sldId id="256" r:id="rId5"/>
    <p:sldId id="259" r:id="rId6"/>
    <p:sldId id="258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embeddedFontLst>
    <p:embeddedFont>
      <p:font typeface="Amasis MT Pro Black" panose="02040A04050005020304" pitchFamily="18" charset="0"/>
      <p:bold r:id="rId13"/>
      <p:boldItalic r:id="rId14"/>
    </p:embeddedFont>
    <p:embeddedFont>
      <p:font typeface="Anaheim" panose="020B0604020202020204" charset="0"/>
      <p:regular r:id="rId15"/>
      <p:bold r:id="rId16"/>
    </p:embeddedFont>
    <p:embeddedFont>
      <p:font typeface="Aptos Black" panose="020B0004020202020204" pitchFamily="34" charset="0"/>
      <p:bold r:id="rId17"/>
      <p:boldItalic r:id="rId18"/>
    </p:embeddedFont>
    <p:embeddedFont>
      <p:font typeface="Hepta Slab SemiBold" panose="020B0604020202020204" charset="0"/>
      <p:regular r:id="rId19"/>
      <p:bold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Raleway Black" pitchFamily="2" charset="0"/>
      <p:bold r:id="rId25"/>
      <p:boldItalic r:id="rId26"/>
    </p:embeddedFont>
    <p:embeddedFont>
      <p:font typeface="Raleway SemiBold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E7C86-946C-46D5-B906-B5B173AC5BFE}" v="7" dt="2025-11-11T16:04:00.353"/>
  </p1510:revLst>
</p1510:revInfo>
</file>

<file path=ppt/tableStyles.xml><?xml version="1.0" encoding="utf-8"?>
<a:tblStyleLst xmlns:a="http://schemas.openxmlformats.org/drawingml/2006/main" def="{B9F2B02B-AE25-4C74-B2D8-8CA5D6B24134}">
  <a:tblStyle styleId="{B9F2B02B-AE25-4C74-B2D8-8CA5D6B241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43" autoAdjust="0"/>
    <p:restoredTop sz="93856" autoAdjust="0"/>
  </p:normalViewPr>
  <p:slideViewPr>
    <p:cSldViewPr snapToGrid="0">
      <p:cViewPr>
        <p:scale>
          <a:sx n="100" d="100"/>
          <a:sy n="100" d="100"/>
        </p:scale>
        <p:origin x="1531" y="77"/>
      </p:cViewPr>
      <p:guideLst>
        <p:guide orient="horz" pos="58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9B6F2B-43D0-44A9-9F36-70CACE339C4E}" type="doc">
      <dgm:prSet loTypeId="urn:microsoft.com/office/officeart/2005/8/layout/pList2" loCatId="picture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s-CO"/>
        </a:p>
      </dgm:t>
    </dgm:pt>
    <dgm:pt modelId="{F3CF466A-C3DE-4E5F-8EE1-7C670690BFC8}">
      <dgm:prSet phldrT="[Texto]" custT="1"/>
      <dgm:spPr/>
      <dgm:t>
        <a:bodyPr/>
        <a:lstStyle/>
        <a:p>
          <a:pPr algn="l"/>
          <a:endParaRPr lang="es-CO" sz="2400" noProof="0" dirty="0"/>
        </a:p>
      </dgm:t>
    </dgm:pt>
    <dgm:pt modelId="{9393CBEF-C9C9-462F-B00B-454350B06873}" type="parTrans" cxnId="{FC7C87AE-0C1C-417D-A7B8-FB2EB213E6F3}">
      <dgm:prSet/>
      <dgm:spPr/>
      <dgm:t>
        <a:bodyPr/>
        <a:lstStyle/>
        <a:p>
          <a:endParaRPr lang="es-CO"/>
        </a:p>
      </dgm:t>
    </dgm:pt>
    <dgm:pt modelId="{D3CF983B-B60D-445C-A7C4-F340139F3CB2}" type="sibTrans" cxnId="{FC7C87AE-0C1C-417D-A7B8-FB2EB213E6F3}">
      <dgm:prSet/>
      <dgm:spPr/>
      <dgm:t>
        <a:bodyPr/>
        <a:lstStyle/>
        <a:p>
          <a:endParaRPr lang="es-CO"/>
        </a:p>
      </dgm:t>
    </dgm:pt>
    <dgm:pt modelId="{2E1BE127-4797-418C-83FB-5459EDDBCB50}">
      <dgm:prSet phldrT="[Texto]" custT="1"/>
      <dgm:spPr/>
      <dgm:t>
        <a:bodyPr/>
        <a:lstStyle/>
        <a:p>
          <a:endParaRPr lang="es-CO" sz="2400" noProof="0" dirty="0"/>
        </a:p>
      </dgm:t>
    </dgm:pt>
    <dgm:pt modelId="{2328FDD9-AAB7-44E0-A36F-865149544FA5}" type="parTrans" cxnId="{DB578902-C1B4-4E41-95E0-7B345322D62F}">
      <dgm:prSet/>
      <dgm:spPr/>
      <dgm:t>
        <a:bodyPr/>
        <a:lstStyle/>
        <a:p>
          <a:endParaRPr lang="es-CO"/>
        </a:p>
      </dgm:t>
    </dgm:pt>
    <dgm:pt modelId="{09CFABE4-7F05-47BE-AC03-CEAFA0D587D5}" type="sibTrans" cxnId="{DB578902-C1B4-4E41-95E0-7B345322D62F}">
      <dgm:prSet/>
      <dgm:spPr/>
      <dgm:t>
        <a:bodyPr/>
        <a:lstStyle/>
        <a:p>
          <a:endParaRPr lang="es-CO"/>
        </a:p>
      </dgm:t>
    </dgm:pt>
    <dgm:pt modelId="{B14BAD37-18A7-4588-BEA6-CAC76EFDD871}">
      <dgm:prSet custT="1"/>
      <dgm:spPr/>
      <dgm:t>
        <a:bodyPr/>
        <a:lstStyle/>
        <a:p>
          <a:pPr algn="l"/>
          <a:endParaRPr lang="es-CO" sz="2400" noProof="0" dirty="0"/>
        </a:p>
      </dgm:t>
    </dgm:pt>
    <dgm:pt modelId="{8C9634AF-9ACC-4296-85F9-9134D5B67C6A}" type="parTrans" cxnId="{9777E9B7-6046-4B0D-8F56-9CF6CDF54273}">
      <dgm:prSet/>
      <dgm:spPr/>
      <dgm:t>
        <a:bodyPr/>
        <a:lstStyle/>
        <a:p>
          <a:endParaRPr lang="es-CO"/>
        </a:p>
      </dgm:t>
    </dgm:pt>
    <dgm:pt modelId="{9D9FF965-7EC8-41A9-B254-872F977F5D3F}" type="sibTrans" cxnId="{9777E9B7-6046-4B0D-8F56-9CF6CDF54273}">
      <dgm:prSet/>
      <dgm:spPr/>
      <dgm:t>
        <a:bodyPr/>
        <a:lstStyle/>
        <a:p>
          <a:endParaRPr lang="es-CO"/>
        </a:p>
      </dgm:t>
    </dgm:pt>
    <dgm:pt modelId="{3E301657-ED6D-4CE5-88E1-8097EAC30C06}">
      <dgm:prSet custT="1"/>
      <dgm:spPr/>
      <dgm:t>
        <a:bodyPr/>
        <a:lstStyle/>
        <a:p>
          <a:pPr algn="l"/>
          <a:endParaRPr lang="es-CO" sz="2400" noProof="0" dirty="0"/>
        </a:p>
      </dgm:t>
    </dgm:pt>
    <dgm:pt modelId="{AEFD4C3A-8330-448D-B50A-3C6E1F2CBF92}" type="parTrans" cxnId="{C4C6A498-AA9A-4D28-943B-EF1B6149090B}">
      <dgm:prSet/>
      <dgm:spPr/>
      <dgm:t>
        <a:bodyPr/>
        <a:lstStyle/>
        <a:p>
          <a:endParaRPr lang="es-CO"/>
        </a:p>
      </dgm:t>
    </dgm:pt>
    <dgm:pt modelId="{F135B191-CEB7-4FB6-959C-CE2A08DE76FE}" type="sibTrans" cxnId="{C4C6A498-AA9A-4D28-943B-EF1B6149090B}">
      <dgm:prSet/>
      <dgm:spPr/>
      <dgm:t>
        <a:bodyPr/>
        <a:lstStyle/>
        <a:p>
          <a:endParaRPr lang="es-CO"/>
        </a:p>
      </dgm:t>
    </dgm:pt>
    <dgm:pt modelId="{0A882BA1-E511-43FD-979C-2B56FFDFB5A2}">
      <dgm:prSet phldrT="[Texto]" custT="1"/>
      <dgm:spPr/>
      <dgm:t>
        <a:bodyPr/>
        <a:lstStyle/>
        <a:p>
          <a:endParaRPr lang="es-CO" sz="1900" noProof="0" dirty="0"/>
        </a:p>
      </dgm:t>
    </dgm:pt>
    <dgm:pt modelId="{FDCC82CD-C5E9-4C41-898C-9B26A9C62789}" type="sibTrans" cxnId="{05597C9C-EAB7-410D-9388-58DD732CDC2F}">
      <dgm:prSet/>
      <dgm:spPr/>
      <dgm:t>
        <a:bodyPr/>
        <a:lstStyle/>
        <a:p>
          <a:endParaRPr lang="es-CO"/>
        </a:p>
      </dgm:t>
    </dgm:pt>
    <dgm:pt modelId="{47E52733-8F50-40B5-AA9D-2D5AF146E4FE}" type="parTrans" cxnId="{05597C9C-EAB7-410D-9388-58DD732CDC2F}">
      <dgm:prSet/>
      <dgm:spPr/>
      <dgm:t>
        <a:bodyPr/>
        <a:lstStyle/>
        <a:p>
          <a:endParaRPr lang="es-CO"/>
        </a:p>
      </dgm:t>
    </dgm:pt>
    <dgm:pt modelId="{05291C2B-73CC-4B21-952D-F875DAD219B6}" type="pres">
      <dgm:prSet presAssocID="{559B6F2B-43D0-44A9-9F36-70CACE339C4E}" presName="Name0" presStyleCnt="0">
        <dgm:presLayoutVars>
          <dgm:dir/>
          <dgm:resizeHandles val="exact"/>
        </dgm:presLayoutVars>
      </dgm:prSet>
      <dgm:spPr/>
    </dgm:pt>
    <dgm:pt modelId="{17019637-21F4-4124-8594-78EAD476EF7E}" type="pres">
      <dgm:prSet presAssocID="{559B6F2B-43D0-44A9-9F36-70CACE339C4E}" presName="bkgdShp" presStyleLbl="alignAccFollowNode1" presStyleIdx="0" presStyleCnt="1" custLinFactY="-8258" custLinFactNeighborX="60648" custLinFactNeighborY="-100000"/>
      <dgm:spPr/>
    </dgm:pt>
    <dgm:pt modelId="{21268C5D-ADE5-4B0F-AA41-69ADE4264362}" type="pres">
      <dgm:prSet presAssocID="{559B6F2B-43D0-44A9-9F36-70CACE339C4E}" presName="linComp" presStyleCnt="0"/>
      <dgm:spPr/>
    </dgm:pt>
    <dgm:pt modelId="{294641E9-6B68-434E-AD08-5AFEE3B3031F}" type="pres">
      <dgm:prSet presAssocID="{F3CF466A-C3DE-4E5F-8EE1-7C670690BFC8}" presName="compNode" presStyleCnt="0"/>
      <dgm:spPr/>
    </dgm:pt>
    <dgm:pt modelId="{8296BD93-6E04-499B-B66F-D7FDF875098B}" type="pres">
      <dgm:prSet presAssocID="{F3CF466A-C3DE-4E5F-8EE1-7C670690BFC8}" presName="node" presStyleLbl="node1" presStyleIdx="0" presStyleCnt="5" custScaleX="212813">
        <dgm:presLayoutVars>
          <dgm:bulletEnabled val="1"/>
        </dgm:presLayoutVars>
      </dgm:prSet>
      <dgm:spPr/>
    </dgm:pt>
    <dgm:pt modelId="{98FB68D6-88AC-4245-AB8D-6B3C4BC068F0}" type="pres">
      <dgm:prSet presAssocID="{F3CF466A-C3DE-4E5F-8EE1-7C670690BFC8}" presName="invisiNode" presStyleLbl="node1" presStyleIdx="0" presStyleCnt="5"/>
      <dgm:spPr/>
    </dgm:pt>
    <dgm:pt modelId="{779B3C29-FE83-427C-9269-57016B8BA05D}" type="pres">
      <dgm:prSet presAssocID="{F3CF466A-C3DE-4E5F-8EE1-7C670690BFC8}" presName="imagNode" presStyleLbl="fgImgPlace1" presStyleIdx="0" presStyleCnt="5" custScaleX="199513"/>
      <dgm:spPr>
        <a:blipFill rotWithShape="1">
          <a:blip xmlns:r="http://schemas.openxmlformats.org/officeDocument/2006/relationships" r:embed="rId1"/>
          <a:srcRect/>
          <a:stretch>
            <a:fillRect t="-7000" b="-7000"/>
          </a:stretch>
        </a:blipFill>
      </dgm:spPr>
    </dgm:pt>
    <dgm:pt modelId="{010D229B-9017-45A2-AA86-628A9AAD1096}" type="pres">
      <dgm:prSet presAssocID="{D3CF983B-B60D-445C-A7C4-F340139F3CB2}" presName="sibTrans" presStyleLbl="sibTrans2D1" presStyleIdx="0" presStyleCnt="0"/>
      <dgm:spPr/>
    </dgm:pt>
    <dgm:pt modelId="{20364F2F-4233-4B58-946D-6543F403B7CE}" type="pres">
      <dgm:prSet presAssocID="{B14BAD37-18A7-4588-BEA6-CAC76EFDD871}" presName="compNode" presStyleCnt="0"/>
      <dgm:spPr/>
    </dgm:pt>
    <dgm:pt modelId="{AB776D88-7A4C-41F8-9303-76AEF935CE43}" type="pres">
      <dgm:prSet presAssocID="{B14BAD37-18A7-4588-BEA6-CAC76EFDD871}" presName="node" presStyleLbl="node1" presStyleIdx="1" presStyleCnt="5" custScaleX="231723">
        <dgm:presLayoutVars>
          <dgm:bulletEnabled val="1"/>
        </dgm:presLayoutVars>
      </dgm:prSet>
      <dgm:spPr/>
    </dgm:pt>
    <dgm:pt modelId="{A838757A-3DA5-4C15-8C87-544BA263D4F5}" type="pres">
      <dgm:prSet presAssocID="{B14BAD37-18A7-4588-BEA6-CAC76EFDD871}" presName="invisiNode" presStyleLbl="node1" presStyleIdx="1" presStyleCnt="5"/>
      <dgm:spPr/>
    </dgm:pt>
    <dgm:pt modelId="{F1020D95-BD9D-4FE0-9321-22C059FD2D86}" type="pres">
      <dgm:prSet presAssocID="{B14BAD37-18A7-4588-BEA6-CAC76EFDD871}" presName="imagNode" presStyleLbl="fgImgPlace1" presStyleIdx="1" presStyleCnt="5" custScaleX="226118"/>
      <dgm:spPr>
        <a:blipFill rotWithShape="1">
          <a:blip xmlns:r="http://schemas.openxmlformats.org/officeDocument/2006/relationships" r:embed="rId2"/>
          <a:srcRect/>
          <a:stretch>
            <a:fillRect t="-18000" b="-18000"/>
          </a:stretch>
        </a:blipFill>
      </dgm:spPr>
    </dgm:pt>
    <dgm:pt modelId="{1D0C4C8B-CF39-408A-955E-EBF7CADEADB9}" type="pres">
      <dgm:prSet presAssocID="{9D9FF965-7EC8-41A9-B254-872F977F5D3F}" presName="sibTrans" presStyleLbl="sibTrans2D1" presStyleIdx="0" presStyleCnt="0"/>
      <dgm:spPr/>
    </dgm:pt>
    <dgm:pt modelId="{F040A202-45A1-49B1-AFA3-AE95AE19081C}" type="pres">
      <dgm:prSet presAssocID="{3E301657-ED6D-4CE5-88E1-8097EAC30C06}" presName="compNode" presStyleCnt="0"/>
      <dgm:spPr/>
    </dgm:pt>
    <dgm:pt modelId="{29A40477-8939-44C3-B6DE-E5EC1FA6C8DD}" type="pres">
      <dgm:prSet presAssocID="{3E301657-ED6D-4CE5-88E1-8097EAC30C06}" presName="node" presStyleLbl="node1" presStyleIdx="2" presStyleCnt="5" custScaleX="249190">
        <dgm:presLayoutVars>
          <dgm:bulletEnabled val="1"/>
        </dgm:presLayoutVars>
      </dgm:prSet>
      <dgm:spPr/>
    </dgm:pt>
    <dgm:pt modelId="{34641FC6-17FE-4FCD-8284-36A290E2B55F}" type="pres">
      <dgm:prSet presAssocID="{3E301657-ED6D-4CE5-88E1-8097EAC30C06}" presName="invisiNode" presStyleLbl="node1" presStyleIdx="2" presStyleCnt="5"/>
      <dgm:spPr/>
    </dgm:pt>
    <dgm:pt modelId="{EA33BCC8-1611-4175-A5E1-93703BEA5696}" type="pres">
      <dgm:prSet presAssocID="{3E301657-ED6D-4CE5-88E1-8097EAC30C06}" presName="imagNode" presStyleLbl="fgImgPlace1" presStyleIdx="2" presStyleCnt="5" custScaleX="214360"/>
      <dgm:spPr>
        <a:blipFill rotWithShape="1">
          <a:blip xmlns:r="http://schemas.openxmlformats.org/officeDocument/2006/relationships" r:embed="rId3"/>
          <a:srcRect/>
          <a:stretch>
            <a:fillRect t="-14000" b="-14000"/>
          </a:stretch>
        </a:blipFill>
      </dgm:spPr>
    </dgm:pt>
    <dgm:pt modelId="{BD00B39F-4444-4930-A28B-F17665617907}" type="pres">
      <dgm:prSet presAssocID="{F135B191-CEB7-4FB6-959C-CE2A08DE76FE}" presName="sibTrans" presStyleLbl="sibTrans2D1" presStyleIdx="0" presStyleCnt="0"/>
      <dgm:spPr/>
    </dgm:pt>
    <dgm:pt modelId="{264C212F-F38E-4EAF-8107-AE313CA2E7D8}" type="pres">
      <dgm:prSet presAssocID="{0A882BA1-E511-43FD-979C-2B56FFDFB5A2}" presName="compNode" presStyleCnt="0"/>
      <dgm:spPr/>
    </dgm:pt>
    <dgm:pt modelId="{8B7F1AE0-34EA-4EC9-9695-96230B847748}" type="pres">
      <dgm:prSet presAssocID="{0A882BA1-E511-43FD-979C-2B56FFDFB5A2}" presName="node" presStyleLbl="node1" presStyleIdx="3" presStyleCnt="5" custScaleX="244959">
        <dgm:presLayoutVars>
          <dgm:bulletEnabled val="1"/>
        </dgm:presLayoutVars>
      </dgm:prSet>
      <dgm:spPr/>
    </dgm:pt>
    <dgm:pt modelId="{DF1D35C6-2A07-4712-BA72-2A5EDA37BCF3}" type="pres">
      <dgm:prSet presAssocID="{0A882BA1-E511-43FD-979C-2B56FFDFB5A2}" presName="invisiNode" presStyleLbl="node1" presStyleIdx="3" presStyleCnt="5"/>
      <dgm:spPr/>
    </dgm:pt>
    <dgm:pt modelId="{CA5AA043-D80B-436A-8BD0-4EE8F9A71F03}" type="pres">
      <dgm:prSet presAssocID="{0A882BA1-E511-43FD-979C-2B56FFDFB5A2}" presName="imagNode" presStyleLbl="fgImgPlace1" presStyleIdx="3" presStyleCnt="5" custScaleX="237445"/>
      <dgm:spPr>
        <a:blipFill rotWithShape="1">
          <a:blip xmlns:r="http://schemas.openxmlformats.org/officeDocument/2006/relationships" r:embed="rId4"/>
          <a:srcRect/>
          <a:stretch>
            <a:fillRect t="-21000" b="-21000"/>
          </a:stretch>
        </a:blipFill>
      </dgm:spPr>
    </dgm:pt>
    <dgm:pt modelId="{2415A282-A5C1-4DD7-B188-1656E871B5BF}" type="pres">
      <dgm:prSet presAssocID="{FDCC82CD-C5E9-4C41-898C-9B26A9C62789}" presName="sibTrans" presStyleLbl="sibTrans2D1" presStyleIdx="0" presStyleCnt="0"/>
      <dgm:spPr/>
    </dgm:pt>
    <dgm:pt modelId="{C26ADC11-688A-4F5E-B6FB-20A7B0FC8089}" type="pres">
      <dgm:prSet presAssocID="{2E1BE127-4797-418C-83FB-5459EDDBCB50}" presName="compNode" presStyleCnt="0"/>
      <dgm:spPr/>
    </dgm:pt>
    <dgm:pt modelId="{B9C71C0C-B3ED-48DD-800B-29D416D99CA6}" type="pres">
      <dgm:prSet presAssocID="{2E1BE127-4797-418C-83FB-5459EDDBCB50}" presName="node" presStyleLbl="node1" presStyleIdx="4" presStyleCnt="5" custScaleX="259943">
        <dgm:presLayoutVars>
          <dgm:bulletEnabled val="1"/>
        </dgm:presLayoutVars>
      </dgm:prSet>
      <dgm:spPr/>
    </dgm:pt>
    <dgm:pt modelId="{16A5838A-209A-49E7-9B00-EA5949CE005D}" type="pres">
      <dgm:prSet presAssocID="{2E1BE127-4797-418C-83FB-5459EDDBCB50}" presName="invisiNode" presStyleLbl="node1" presStyleIdx="4" presStyleCnt="5"/>
      <dgm:spPr/>
    </dgm:pt>
    <dgm:pt modelId="{857D8DEA-11E6-40AB-8AB1-D3C011A6E5A9}" type="pres">
      <dgm:prSet presAssocID="{2E1BE127-4797-418C-83FB-5459EDDBCB50}" presName="imagNode" presStyleLbl="fgImgPlace1" presStyleIdx="4" presStyleCnt="5" custScaleX="203536"/>
      <dgm:spPr>
        <a:blipFill rotWithShape="1">
          <a:blip xmlns:r="http://schemas.openxmlformats.org/officeDocument/2006/relationships" r:embed="rId5"/>
          <a:srcRect/>
          <a:stretch>
            <a:fillRect t="-11000" b="-11000"/>
          </a:stretch>
        </a:blipFill>
      </dgm:spPr>
    </dgm:pt>
  </dgm:ptLst>
  <dgm:cxnLst>
    <dgm:cxn modelId="{DB578902-C1B4-4E41-95E0-7B345322D62F}" srcId="{559B6F2B-43D0-44A9-9F36-70CACE339C4E}" destId="{2E1BE127-4797-418C-83FB-5459EDDBCB50}" srcOrd="4" destOrd="0" parTransId="{2328FDD9-AAB7-44E0-A36F-865149544FA5}" sibTransId="{09CFABE4-7F05-47BE-AC03-CEAFA0D587D5}"/>
    <dgm:cxn modelId="{D8DBB305-46B1-4EED-86CF-28C4B51497AC}" type="presOf" srcId="{FDCC82CD-C5E9-4C41-898C-9B26A9C62789}" destId="{2415A282-A5C1-4DD7-B188-1656E871B5BF}" srcOrd="0" destOrd="0" presId="urn:microsoft.com/office/officeart/2005/8/layout/pList2"/>
    <dgm:cxn modelId="{3DE4E124-1E9C-481E-9FB5-FBD7CA1C58DD}" type="presOf" srcId="{F3CF466A-C3DE-4E5F-8EE1-7C670690BFC8}" destId="{8296BD93-6E04-499B-B66F-D7FDF875098B}" srcOrd="0" destOrd="0" presId="urn:microsoft.com/office/officeart/2005/8/layout/pList2"/>
    <dgm:cxn modelId="{85C48525-1CBE-47B9-BE35-09D16F48D80C}" type="presOf" srcId="{D3CF983B-B60D-445C-A7C4-F340139F3CB2}" destId="{010D229B-9017-45A2-AA86-628A9AAD1096}" srcOrd="0" destOrd="0" presId="urn:microsoft.com/office/officeart/2005/8/layout/pList2"/>
    <dgm:cxn modelId="{8CB9042D-29C6-44F0-B446-0CBB7B2DC324}" type="presOf" srcId="{0A882BA1-E511-43FD-979C-2B56FFDFB5A2}" destId="{8B7F1AE0-34EA-4EC9-9695-96230B847748}" srcOrd="0" destOrd="0" presId="urn:microsoft.com/office/officeart/2005/8/layout/pList2"/>
    <dgm:cxn modelId="{447A7B77-E8F7-4026-93FF-62C9DBE3AA6E}" type="presOf" srcId="{559B6F2B-43D0-44A9-9F36-70CACE339C4E}" destId="{05291C2B-73CC-4B21-952D-F875DAD219B6}" srcOrd="0" destOrd="0" presId="urn:microsoft.com/office/officeart/2005/8/layout/pList2"/>
    <dgm:cxn modelId="{BCD2E98E-55F0-4CB0-8F40-BC75DAD6608A}" type="presOf" srcId="{9D9FF965-7EC8-41A9-B254-872F977F5D3F}" destId="{1D0C4C8B-CF39-408A-955E-EBF7CADEADB9}" srcOrd="0" destOrd="0" presId="urn:microsoft.com/office/officeart/2005/8/layout/pList2"/>
    <dgm:cxn modelId="{C4C6A498-AA9A-4D28-943B-EF1B6149090B}" srcId="{559B6F2B-43D0-44A9-9F36-70CACE339C4E}" destId="{3E301657-ED6D-4CE5-88E1-8097EAC30C06}" srcOrd="2" destOrd="0" parTransId="{AEFD4C3A-8330-448D-B50A-3C6E1F2CBF92}" sibTransId="{F135B191-CEB7-4FB6-959C-CE2A08DE76FE}"/>
    <dgm:cxn modelId="{05597C9C-EAB7-410D-9388-58DD732CDC2F}" srcId="{559B6F2B-43D0-44A9-9F36-70CACE339C4E}" destId="{0A882BA1-E511-43FD-979C-2B56FFDFB5A2}" srcOrd="3" destOrd="0" parTransId="{47E52733-8F50-40B5-AA9D-2D5AF146E4FE}" sibTransId="{FDCC82CD-C5E9-4C41-898C-9B26A9C62789}"/>
    <dgm:cxn modelId="{FC7C87AE-0C1C-417D-A7B8-FB2EB213E6F3}" srcId="{559B6F2B-43D0-44A9-9F36-70CACE339C4E}" destId="{F3CF466A-C3DE-4E5F-8EE1-7C670690BFC8}" srcOrd="0" destOrd="0" parTransId="{9393CBEF-C9C9-462F-B00B-454350B06873}" sibTransId="{D3CF983B-B60D-445C-A7C4-F340139F3CB2}"/>
    <dgm:cxn modelId="{9777E9B7-6046-4B0D-8F56-9CF6CDF54273}" srcId="{559B6F2B-43D0-44A9-9F36-70CACE339C4E}" destId="{B14BAD37-18A7-4588-BEA6-CAC76EFDD871}" srcOrd="1" destOrd="0" parTransId="{8C9634AF-9ACC-4296-85F9-9134D5B67C6A}" sibTransId="{9D9FF965-7EC8-41A9-B254-872F977F5D3F}"/>
    <dgm:cxn modelId="{444506B9-E26C-45E8-A263-C7FA90BB5B0A}" type="presOf" srcId="{3E301657-ED6D-4CE5-88E1-8097EAC30C06}" destId="{29A40477-8939-44C3-B6DE-E5EC1FA6C8DD}" srcOrd="0" destOrd="0" presId="urn:microsoft.com/office/officeart/2005/8/layout/pList2"/>
    <dgm:cxn modelId="{458574D6-419E-4C59-9A35-42535773BC3D}" type="presOf" srcId="{B14BAD37-18A7-4588-BEA6-CAC76EFDD871}" destId="{AB776D88-7A4C-41F8-9303-76AEF935CE43}" srcOrd="0" destOrd="0" presId="urn:microsoft.com/office/officeart/2005/8/layout/pList2"/>
    <dgm:cxn modelId="{47517EDC-6B7D-401A-9CD5-91B53F621C52}" type="presOf" srcId="{F135B191-CEB7-4FB6-959C-CE2A08DE76FE}" destId="{BD00B39F-4444-4930-A28B-F17665617907}" srcOrd="0" destOrd="0" presId="urn:microsoft.com/office/officeart/2005/8/layout/pList2"/>
    <dgm:cxn modelId="{605C22DE-B1B1-4C0B-81B5-7665F5A7D59D}" type="presOf" srcId="{2E1BE127-4797-418C-83FB-5459EDDBCB50}" destId="{B9C71C0C-B3ED-48DD-800B-29D416D99CA6}" srcOrd="0" destOrd="0" presId="urn:microsoft.com/office/officeart/2005/8/layout/pList2"/>
    <dgm:cxn modelId="{77F806E2-6968-4FBA-ACAE-30F7FD009038}" type="presParOf" srcId="{05291C2B-73CC-4B21-952D-F875DAD219B6}" destId="{17019637-21F4-4124-8594-78EAD476EF7E}" srcOrd="0" destOrd="0" presId="urn:microsoft.com/office/officeart/2005/8/layout/pList2"/>
    <dgm:cxn modelId="{14667BB1-9E8A-4773-8162-FA929FE886A4}" type="presParOf" srcId="{05291C2B-73CC-4B21-952D-F875DAD219B6}" destId="{21268C5D-ADE5-4B0F-AA41-69ADE4264362}" srcOrd="1" destOrd="0" presId="urn:microsoft.com/office/officeart/2005/8/layout/pList2"/>
    <dgm:cxn modelId="{E9687766-B2F2-486C-B233-E82A0062DE79}" type="presParOf" srcId="{21268C5D-ADE5-4B0F-AA41-69ADE4264362}" destId="{294641E9-6B68-434E-AD08-5AFEE3B3031F}" srcOrd="0" destOrd="0" presId="urn:microsoft.com/office/officeart/2005/8/layout/pList2"/>
    <dgm:cxn modelId="{B48FA8D5-AFC6-405D-BE18-B0AFD3EB71AC}" type="presParOf" srcId="{294641E9-6B68-434E-AD08-5AFEE3B3031F}" destId="{8296BD93-6E04-499B-B66F-D7FDF875098B}" srcOrd="0" destOrd="0" presId="urn:microsoft.com/office/officeart/2005/8/layout/pList2"/>
    <dgm:cxn modelId="{86BE5A37-3609-423F-AC27-C56BB56E5A01}" type="presParOf" srcId="{294641E9-6B68-434E-AD08-5AFEE3B3031F}" destId="{98FB68D6-88AC-4245-AB8D-6B3C4BC068F0}" srcOrd="1" destOrd="0" presId="urn:microsoft.com/office/officeart/2005/8/layout/pList2"/>
    <dgm:cxn modelId="{F58ADF0D-66C0-4F2E-BCE1-7EDDEBEC9715}" type="presParOf" srcId="{294641E9-6B68-434E-AD08-5AFEE3B3031F}" destId="{779B3C29-FE83-427C-9269-57016B8BA05D}" srcOrd="2" destOrd="0" presId="urn:microsoft.com/office/officeart/2005/8/layout/pList2"/>
    <dgm:cxn modelId="{448EF856-470C-481A-ACD0-6C46159413F3}" type="presParOf" srcId="{21268C5D-ADE5-4B0F-AA41-69ADE4264362}" destId="{010D229B-9017-45A2-AA86-628A9AAD1096}" srcOrd="1" destOrd="0" presId="urn:microsoft.com/office/officeart/2005/8/layout/pList2"/>
    <dgm:cxn modelId="{BC88DD9E-0C24-4E67-88A9-1439232344B9}" type="presParOf" srcId="{21268C5D-ADE5-4B0F-AA41-69ADE4264362}" destId="{20364F2F-4233-4B58-946D-6543F403B7CE}" srcOrd="2" destOrd="0" presId="urn:microsoft.com/office/officeart/2005/8/layout/pList2"/>
    <dgm:cxn modelId="{95A70FDD-5D09-4538-8DC6-1468BA625F8C}" type="presParOf" srcId="{20364F2F-4233-4B58-946D-6543F403B7CE}" destId="{AB776D88-7A4C-41F8-9303-76AEF935CE43}" srcOrd="0" destOrd="0" presId="urn:microsoft.com/office/officeart/2005/8/layout/pList2"/>
    <dgm:cxn modelId="{62BC1434-0ECE-4F6F-ABAF-46125DE30F32}" type="presParOf" srcId="{20364F2F-4233-4B58-946D-6543F403B7CE}" destId="{A838757A-3DA5-4C15-8C87-544BA263D4F5}" srcOrd="1" destOrd="0" presId="urn:microsoft.com/office/officeart/2005/8/layout/pList2"/>
    <dgm:cxn modelId="{DC1F2AEC-B63A-4088-89E5-BB150F2E23F8}" type="presParOf" srcId="{20364F2F-4233-4B58-946D-6543F403B7CE}" destId="{F1020D95-BD9D-4FE0-9321-22C059FD2D86}" srcOrd="2" destOrd="0" presId="urn:microsoft.com/office/officeart/2005/8/layout/pList2"/>
    <dgm:cxn modelId="{93A36F8B-7356-4BC6-A4B1-635278C0656E}" type="presParOf" srcId="{21268C5D-ADE5-4B0F-AA41-69ADE4264362}" destId="{1D0C4C8B-CF39-408A-955E-EBF7CADEADB9}" srcOrd="3" destOrd="0" presId="urn:microsoft.com/office/officeart/2005/8/layout/pList2"/>
    <dgm:cxn modelId="{FD1AC191-67D6-41D2-BCC9-892091790D48}" type="presParOf" srcId="{21268C5D-ADE5-4B0F-AA41-69ADE4264362}" destId="{F040A202-45A1-49B1-AFA3-AE95AE19081C}" srcOrd="4" destOrd="0" presId="urn:microsoft.com/office/officeart/2005/8/layout/pList2"/>
    <dgm:cxn modelId="{3797E65F-FF7E-4B8F-A81A-86FD6AE814E0}" type="presParOf" srcId="{F040A202-45A1-49B1-AFA3-AE95AE19081C}" destId="{29A40477-8939-44C3-B6DE-E5EC1FA6C8DD}" srcOrd="0" destOrd="0" presId="urn:microsoft.com/office/officeart/2005/8/layout/pList2"/>
    <dgm:cxn modelId="{CE22D8F8-D8F0-4ED5-82FD-F7B3FE24620C}" type="presParOf" srcId="{F040A202-45A1-49B1-AFA3-AE95AE19081C}" destId="{34641FC6-17FE-4FCD-8284-36A290E2B55F}" srcOrd="1" destOrd="0" presId="urn:microsoft.com/office/officeart/2005/8/layout/pList2"/>
    <dgm:cxn modelId="{FFBF56F3-C895-4851-BEF6-03FD2249E386}" type="presParOf" srcId="{F040A202-45A1-49B1-AFA3-AE95AE19081C}" destId="{EA33BCC8-1611-4175-A5E1-93703BEA5696}" srcOrd="2" destOrd="0" presId="urn:microsoft.com/office/officeart/2005/8/layout/pList2"/>
    <dgm:cxn modelId="{2DD6E802-B73E-4714-B27F-9EBC67566063}" type="presParOf" srcId="{21268C5D-ADE5-4B0F-AA41-69ADE4264362}" destId="{BD00B39F-4444-4930-A28B-F17665617907}" srcOrd="5" destOrd="0" presId="urn:microsoft.com/office/officeart/2005/8/layout/pList2"/>
    <dgm:cxn modelId="{78D1CDBC-A02A-4773-8B07-B2001FB7941D}" type="presParOf" srcId="{21268C5D-ADE5-4B0F-AA41-69ADE4264362}" destId="{264C212F-F38E-4EAF-8107-AE313CA2E7D8}" srcOrd="6" destOrd="0" presId="urn:microsoft.com/office/officeart/2005/8/layout/pList2"/>
    <dgm:cxn modelId="{102B3C27-4894-48C7-BA68-B5FCED5FF85C}" type="presParOf" srcId="{264C212F-F38E-4EAF-8107-AE313CA2E7D8}" destId="{8B7F1AE0-34EA-4EC9-9695-96230B847748}" srcOrd="0" destOrd="0" presId="urn:microsoft.com/office/officeart/2005/8/layout/pList2"/>
    <dgm:cxn modelId="{D4863948-8EE3-4EEA-9091-627097EF40B5}" type="presParOf" srcId="{264C212F-F38E-4EAF-8107-AE313CA2E7D8}" destId="{DF1D35C6-2A07-4712-BA72-2A5EDA37BCF3}" srcOrd="1" destOrd="0" presId="urn:microsoft.com/office/officeart/2005/8/layout/pList2"/>
    <dgm:cxn modelId="{7A391B2A-732F-4629-B077-3E7FD5CD8A67}" type="presParOf" srcId="{264C212F-F38E-4EAF-8107-AE313CA2E7D8}" destId="{CA5AA043-D80B-436A-8BD0-4EE8F9A71F03}" srcOrd="2" destOrd="0" presId="urn:microsoft.com/office/officeart/2005/8/layout/pList2"/>
    <dgm:cxn modelId="{4E108109-2AF2-4805-BC65-D4411FD904F9}" type="presParOf" srcId="{21268C5D-ADE5-4B0F-AA41-69ADE4264362}" destId="{2415A282-A5C1-4DD7-B188-1656E871B5BF}" srcOrd="7" destOrd="0" presId="urn:microsoft.com/office/officeart/2005/8/layout/pList2"/>
    <dgm:cxn modelId="{D8550D30-2890-4F81-962C-EFFFC95AB05E}" type="presParOf" srcId="{21268C5D-ADE5-4B0F-AA41-69ADE4264362}" destId="{C26ADC11-688A-4F5E-B6FB-20A7B0FC8089}" srcOrd="8" destOrd="0" presId="urn:microsoft.com/office/officeart/2005/8/layout/pList2"/>
    <dgm:cxn modelId="{3EBAF618-52FF-4A1C-BC6C-AADEE5EEBB06}" type="presParOf" srcId="{C26ADC11-688A-4F5E-B6FB-20A7B0FC8089}" destId="{B9C71C0C-B3ED-48DD-800B-29D416D99CA6}" srcOrd="0" destOrd="0" presId="urn:microsoft.com/office/officeart/2005/8/layout/pList2"/>
    <dgm:cxn modelId="{55F28B42-EFA1-4296-B6D9-83E59625FBC3}" type="presParOf" srcId="{C26ADC11-688A-4F5E-B6FB-20A7B0FC8089}" destId="{16A5838A-209A-49E7-9B00-EA5949CE005D}" srcOrd="1" destOrd="0" presId="urn:microsoft.com/office/officeart/2005/8/layout/pList2"/>
    <dgm:cxn modelId="{F9FBDBFE-C689-4A7C-97A0-25AEA77DCB36}" type="presParOf" srcId="{C26ADC11-688A-4F5E-B6FB-20A7B0FC8089}" destId="{857D8DEA-11E6-40AB-8AB1-D3C011A6E5A9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19637-21F4-4124-8594-78EAD476EF7E}">
      <dsp:nvSpPr>
        <dsp:cNvPr id="0" name=""/>
        <dsp:cNvSpPr/>
      </dsp:nvSpPr>
      <dsp:spPr>
        <a:xfrm>
          <a:off x="0" y="0"/>
          <a:ext cx="7688579" cy="1762505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B3C29-FE83-427C-9269-57016B8BA05D}">
      <dsp:nvSpPr>
        <dsp:cNvPr id="0" name=""/>
        <dsp:cNvSpPr/>
      </dsp:nvSpPr>
      <dsp:spPr>
        <a:xfrm>
          <a:off x="271496" y="235000"/>
          <a:ext cx="1163473" cy="129250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t="-7000" b="-7000"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6BD93-6E04-499B-B66F-D7FDF875098B}">
      <dsp:nvSpPr>
        <dsp:cNvPr id="0" name=""/>
        <dsp:cNvSpPr/>
      </dsp:nvSpPr>
      <dsp:spPr>
        <a:xfrm rot="10800000">
          <a:off x="232716" y="1762505"/>
          <a:ext cx="1241033" cy="2154173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400" kern="1200" noProof="0" dirty="0"/>
        </a:p>
      </dsp:txBody>
      <dsp:txXfrm rot="10800000">
        <a:off x="270882" y="1762505"/>
        <a:ext cx="1164701" cy="2116007"/>
      </dsp:txXfrm>
    </dsp:sp>
    <dsp:sp modelId="{F1020D95-BD9D-4FE0-9321-22C059FD2D86}">
      <dsp:nvSpPr>
        <dsp:cNvPr id="0" name=""/>
        <dsp:cNvSpPr/>
      </dsp:nvSpPr>
      <dsp:spPr>
        <a:xfrm>
          <a:off x="1548409" y="235000"/>
          <a:ext cx="1318622" cy="129250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t="-18000" b="-18000"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76D88-7A4C-41F8-9303-76AEF935CE43}">
      <dsp:nvSpPr>
        <dsp:cNvPr id="0" name=""/>
        <dsp:cNvSpPr/>
      </dsp:nvSpPr>
      <dsp:spPr>
        <a:xfrm rot="10800000">
          <a:off x="1532066" y="1762505"/>
          <a:ext cx="1351308" cy="2154173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400" kern="1200" noProof="0" dirty="0"/>
        </a:p>
      </dsp:txBody>
      <dsp:txXfrm rot="10800000">
        <a:off x="1573623" y="1762505"/>
        <a:ext cx="1268194" cy="2112616"/>
      </dsp:txXfrm>
    </dsp:sp>
    <dsp:sp modelId="{EA33BCC8-1611-4175-A5E1-93703BEA5696}">
      <dsp:nvSpPr>
        <dsp:cNvPr id="0" name=""/>
        <dsp:cNvSpPr/>
      </dsp:nvSpPr>
      <dsp:spPr>
        <a:xfrm>
          <a:off x="3043247" y="235000"/>
          <a:ext cx="1250055" cy="129250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t="-14000" b="-14000"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40477-8939-44C3-B6DE-E5EC1FA6C8DD}">
      <dsp:nvSpPr>
        <dsp:cNvPr id="0" name=""/>
        <dsp:cNvSpPr/>
      </dsp:nvSpPr>
      <dsp:spPr>
        <a:xfrm rot="10800000">
          <a:off x="2941690" y="1762505"/>
          <a:ext cx="1453168" cy="2154173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400" kern="1200" noProof="0" dirty="0"/>
        </a:p>
      </dsp:txBody>
      <dsp:txXfrm rot="10800000">
        <a:off x="2986380" y="1762505"/>
        <a:ext cx="1363788" cy="2109483"/>
      </dsp:txXfrm>
    </dsp:sp>
    <dsp:sp modelId="{CA5AA043-D80B-436A-8BD0-4EE8F9A71F03}">
      <dsp:nvSpPr>
        <dsp:cNvPr id="0" name=""/>
        <dsp:cNvSpPr/>
      </dsp:nvSpPr>
      <dsp:spPr>
        <a:xfrm>
          <a:off x="4475084" y="235000"/>
          <a:ext cx="1384677" cy="129250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rcRect/>
          <a:stretch>
            <a:fillRect t="-21000" b="-21000"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F1AE0-34EA-4EC9-9695-96230B847748}">
      <dsp:nvSpPr>
        <dsp:cNvPr id="0" name=""/>
        <dsp:cNvSpPr/>
      </dsp:nvSpPr>
      <dsp:spPr>
        <a:xfrm rot="10800000">
          <a:off x="4453175" y="1762505"/>
          <a:ext cx="1428495" cy="2154173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900" kern="1200" noProof="0" dirty="0"/>
        </a:p>
      </dsp:txBody>
      <dsp:txXfrm rot="10800000">
        <a:off x="4497106" y="1762505"/>
        <a:ext cx="1340633" cy="2110242"/>
      </dsp:txXfrm>
    </dsp:sp>
    <dsp:sp modelId="{857D8DEA-11E6-40AB-8AB1-D3C011A6E5A9}">
      <dsp:nvSpPr>
        <dsp:cNvPr id="0" name=""/>
        <dsp:cNvSpPr/>
      </dsp:nvSpPr>
      <dsp:spPr>
        <a:xfrm>
          <a:off x="6104457" y="235000"/>
          <a:ext cx="1186934" cy="129250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5"/>
          <a:srcRect/>
          <a:stretch>
            <a:fillRect t="-11000" b="-11000"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71C0C-B3ED-48DD-800B-29D416D99CA6}">
      <dsp:nvSpPr>
        <dsp:cNvPr id="0" name=""/>
        <dsp:cNvSpPr/>
      </dsp:nvSpPr>
      <dsp:spPr>
        <a:xfrm rot="10800000">
          <a:off x="5939986" y="1762505"/>
          <a:ext cx="1515875" cy="2154173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400" kern="1200" noProof="0" dirty="0"/>
        </a:p>
      </dsp:txBody>
      <dsp:txXfrm rot="10800000">
        <a:off x="5986604" y="1762505"/>
        <a:ext cx="1422639" cy="2107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a558ccd6d5d2642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a558ccd6d5d2642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1d6d77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1d6d77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432175"/>
            <a:ext cx="4762500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378025"/>
            <a:ext cx="4762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333670" y="-733424"/>
            <a:ext cx="4762500" cy="1386000"/>
            <a:chOff x="-2333670" y="-733424"/>
            <a:chExt cx="4762500" cy="1386000"/>
          </a:xfrm>
        </p:grpSpPr>
        <p:sp>
          <p:nvSpPr>
            <p:cNvPr id="13" name="Google Shape;13;p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" name="Google Shape;177;p13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178" name="Google Shape;178;p1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3"/>
          <p:cNvSpPr txBox="1">
            <a:spLocks noGrp="1"/>
          </p:cNvSpPr>
          <p:nvPr>
            <p:ph type="title" hasCustomPrompt="1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1"/>
          </p:nvPr>
        </p:nvSpPr>
        <p:spPr>
          <a:xfrm>
            <a:off x="4391025" y="171342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2"/>
          </p:nvPr>
        </p:nvSpPr>
        <p:spPr>
          <a:xfrm>
            <a:off x="4391025" y="1331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3"/>
          </p:nvPr>
        </p:nvSpPr>
        <p:spPr>
          <a:xfrm>
            <a:off x="3505200" y="535000"/>
            <a:ext cx="49185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4" hasCustomPrompt="1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5"/>
          </p:nvPr>
        </p:nvSpPr>
        <p:spPr>
          <a:xfrm>
            <a:off x="4391025" y="429530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6"/>
          </p:nvPr>
        </p:nvSpPr>
        <p:spPr>
          <a:xfrm>
            <a:off x="4391025" y="3913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7" hasCustomPrompt="1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8"/>
          </p:nvPr>
        </p:nvSpPr>
        <p:spPr>
          <a:xfrm>
            <a:off x="4391025" y="343467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9"/>
          </p:nvPr>
        </p:nvSpPr>
        <p:spPr>
          <a:xfrm>
            <a:off x="4391025" y="3053033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13" hasCustomPrompt="1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4"/>
          </p:nvPr>
        </p:nvSpPr>
        <p:spPr>
          <a:xfrm>
            <a:off x="4391025" y="257405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5"/>
          </p:nvPr>
        </p:nvSpPr>
        <p:spPr>
          <a:xfrm>
            <a:off x="4391025" y="2192367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/>
          <p:nvPr/>
        </p:nvSpPr>
        <p:spPr>
          <a:xfrm>
            <a:off x="8428800" y="0"/>
            <a:ext cx="7152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title"/>
          </p:nvPr>
        </p:nvSpPr>
        <p:spPr>
          <a:xfrm>
            <a:off x="1960650" y="3497325"/>
            <a:ext cx="5222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subTitle" idx="1"/>
          </p:nvPr>
        </p:nvSpPr>
        <p:spPr>
          <a:xfrm>
            <a:off x="1960650" y="1114275"/>
            <a:ext cx="5222700" cy="22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>
            <a:off x="8527796" y="4325935"/>
            <a:ext cx="517208" cy="531886"/>
            <a:chOff x="2080625" y="3637225"/>
            <a:chExt cx="358525" cy="368725"/>
          </a:xfrm>
        </p:grpSpPr>
        <p:sp>
          <p:nvSpPr>
            <p:cNvPr id="240" name="Google Shape;240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17"/>
          <p:cNvSpPr/>
          <p:nvPr/>
        </p:nvSpPr>
        <p:spPr>
          <a:xfrm>
            <a:off x="0" y="75"/>
            <a:ext cx="7152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" name="Google Shape;245;p17"/>
          <p:cNvGrpSpPr/>
          <p:nvPr/>
        </p:nvGrpSpPr>
        <p:grpSpPr>
          <a:xfrm flipH="1">
            <a:off x="98996" y="285560"/>
            <a:ext cx="517208" cy="531886"/>
            <a:chOff x="2080625" y="3637225"/>
            <a:chExt cx="358525" cy="368725"/>
          </a:xfrm>
        </p:grpSpPr>
        <p:sp>
          <p:nvSpPr>
            <p:cNvPr id="246" name="Google Shape;246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98996" y="1093650"/>
            <a:ext cx="517208" cy="531886"/>
            <a:chOff x="2080625" y="3637225"/>
            <a:chExt cx="358525" cy="368725"/>
          </a:xfrm>
        </p:grpSpPr>
        <p:sp>
          <p:nvSpPr>
            <p:cNvPr id="251" name="Google Shape;251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255;p17"/>
          <p:cNvGrpSpPr/>
          <p:nvPr/>
        </p:nvGrpSpPr>
        <p:grpSpPr>
          <a:xfrm flipH="1">
            <a:off x="98996" y="1901740"/>
            <a:ext cx="517208" cy="531886"/>
            <a:chOff x="2080625" y="3637225"/>
            <a:chExt cx="358525" cy="368725"/>
          </a:xfrm>
        </p:grpSpPr>
        <p:sp>
          <p:nvSpPr>
            <p:cNvPr id="256" name="Google Shape;256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98996" y="2709830"/>
            <a:ext cx="517208" cy="531886"/>
            <a:chOff x="2080625" y="3637225"/>
            <a:chExt cx="358525" cy="368725"/>
          </a:xfrm>
        </p:grpSpPr>
        <p:sp>
          <p:nvSpPr>
            <p:cNvPr id="261" name="Google Shape;261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17"/>
          <p:cNvGrpSpPr/>
          <p:nvPr/>
        </p:nvGrpSpPr>
        <p:grpSpPr>
          <a:xfrm flipH="1">
            <a:off x="98996" y="3517920"/>
            <a:ext cx="517208" cy="531886"/>
            <a:chOff x="2080625" y="3637225"/>
            <a:chExt cx="358525" cy="368725"/>
          </a:xfrm>
        </p:grpSpPr>
        <p:sp>
          <p:nvSpPr>
            <p:cNvPr id="266" name="Google Shape;266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7"/>
          <p:cNvGrpSpPr/>
          <p:nvPr/>
        </p:nvGrpSpPr>
        <p:grpSpPr>
          <a:xfrm>
            <a:off x="98996" y="4326010"/>
            <a:ext cx="517208" cy="531886"/>
            <a:chOff x="2080625" y="3637225"/>
            <a:chExt cx="358525" cy="368725"/>
          </a:xfrm>
        </p:grpSpPr>
        <p:sp>
          <p:nvSpPr>
            <p:cNvPr id="271" name="Google Shape;271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" name="Google Shape;275;p17"/>
          <p:cNvGrpSpPr/>
          <p:nvPr/>
        </p:nvGrpSpPr>
        <p:grpSpPr>
          <a:xfrm flipH="1">
            <a:off x="8527796" y="285485"/>
            <a:ext cx="517208" cy="531886"/>
            <a:chOff x="2080625" y="3637225"/>
            <a:chExt cx="358525" cy="368725"/>
          </a:xfrm>
        </p:grpSpPr>
        <p:sp>
          <p:nvSpPr>
            <p:cNvPr id="276" name="Google Shape;276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280;p17"/>
          <p:cNvGrpSpPr/>
          <p:nvPr/>
        </p:nvGrpSpPr>
        <p:grpSpPr>
          <a:xfrm>
            <a:off x="8527796" y="1093575"/>
            <a:ext cx="517208" cy="531886"/>
            <a:chOff x="2080625" y="3637225"/>
            <a:chExt cx="358525" cy="368725"/>
          </a:xfrm>
        </p:grpSpPr>
        <p:sp>
          <p:nvSpPr>
            <p:cNvPr id="281" name="Google Shape;281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" name="Google Shape;285;p17"/>
          <p:cNvGrpSpPr/>
          <p:nvPr/>
        </p:nvGrpSpPr>
        <p:grpSpPr>
          <a:xfrm flipH="1">
            <a:off x="8527796" y="1901665"/>
            <a:ext cx="517208" cy="531886"/>
            <a:chOff x="2080625" y="3637225"/>
            <a:chExt cx="358525" cy="368725"/>
          </a:xfrm>
        </p:grpSpPr>
        <p:sp>
          <p:nvSpPr>
            <p:cNvPr id="286" name="Google Shape;286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17"/>
          <p:cNvGrpSpPr/>
          <p:nvPr/>
        </p:nvGrpSpPr>
        <p:grpSpPr>
          <a:xfrm>
            <a:off x="8527796" y="2709755"/>
            <a:ext cx="517208" cy="531886"/>
            <a:chOff x="2080625" y="3637225"/>
            <a:chExt cx="358525" cy="368725"/>
          </a:xfrm>
        </p:grpSpPr>
        <p:sp>
          <p:nvSpPr>
            <p:cNvPr id="291" name="Google Shape;291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7"/>
          <p:cNvGrpSpPr/>
          <p:nvPr/>
        </p:nvGrpSpPr>
        <p:grpSpPr>
          <a:xfrm flipH="1">
            <a:off x="8527796" y="3517845"/>
            <a:ext cx="517208" cy="531886"/>
            <a:chOff x="2080625" y="3637225"/>
            <a:chExt cx="358525" cy="368725"/>
          </a:xfrm>
        </p:grpSpPr>
        <p:sp>
          <p:nvSpPr>
            <p:cNvPr id="296" name="Google Shape;296;p17"/>
            <p:cNvSpPr/>
            <p:nvPr/>
          </p:nvSpPr>
          <p:spPr>
            <a:xfrm>
              <a:off x="2142625" y="3703450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1" y="1"/>
                  </a:moveTo>
                  <a:lnTo>
                    <a:pt x="1" y="12099"/>
                  </a:lnTo>
                  <a:lnTo>
                    <a:pt x="2156" y="12099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2080625" y="3637225"/>
              <a:ext cx="177925" cy="106100"/>
            </a:xfrm>
            <a:custGeom>
              <a:avLst/>
              <a:gdLst/>
              <a:ahLst/>
              <a:cxnLst/>
              <a:rect l="l" t="t" r="r" b="b"/>
              <a:pathLst>
                <a:path w="7117" h="4244" extrusionOk="0">
                  <a:moveTo>
                    <a:pt x="3559" y="1"/>
                  </a:moveTo>
                  <a:lnTo>
                    <a:pt x="0" y="4243"/>
                  </a:lnTo>
                  <a:lnTo>
                    <a:pt x="7116" y="4243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2323225" y="3637225"/>
              <a:ext cx="53900" cy="302500"/>
            </a:xfrm>
            <a:custGeom>
              <a:avLst/>
              <a:gdLst/>
              <a:ahLst/>
              <a:cxnLst/>
              <a:rect l="l" t="t" r="r" b="b"/>
              <a:pathLst>
                <a:path w="2156" h="12100" extrusionOk="0">
                  <a:moveTo>
                    <a:pt x="0" y="1"/>
                  </a:moveTo>
                  <a:lnTo>
                    <a:pt x="0" y="12099"/>
                  </a:lnTo>
                  <a:lnTo>
                    <a:pt x="2155" y="12099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2261200" y="3899875"/>
              <a:ext cx="177950" cy="106075"/>
            </a:xfrm>
            <a:custGeom>
              <a:avLst/>
              <a:gdLst/>
              <a:ahLst/>
              <a:cxnLst/>
              <a:rect l="l" t="t" r="r" b="b"/>
              <a:pathLst>
                <a:path w="7118" h="4243" extrusionOk="0">
                  <a:moveTo>
                    <a:pt x="1" y="0"/>
                  </a:moveTo>
                  <a:lnTo>
                    <a:pt x="3559" y="4242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17"/>
          <p:cNvGrpSpPr/>
          <p:nvPr/>
        </p:nvGrpSpPr>
        <p:grpSpPr>
          <a:xfrm>
            <a:off x="2777014" y="4617541"/>
            <a:ext cx="3589973" cy="1044767"/>
            <a:chOff x="-2333670" y="-733424"/>
            <a:chExt cx="4762500" cy="1386000"/>
          </a:xfrm>
        </p:grpSpPr>
        <p:sp>
          <p:nvSpPr>
            <p:cNvPr id="301" name="Google Shape;301;p1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6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597" name="Google Shape;597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36"/>
          <p:cNvGrpSpPr/>
          <p:nvPr/>
        </p:nvGrpSpPr>
        <p:grpSpPr>
          <a:xfrm rot="10800000">
            <a:off x="8581308" y="372341"/>
            <a:ext cx="3589973" cy="1044767"/>
            <a:chOff x="-2333670" y="-733424"/>
            <a:chExt cx="4762500" cy="1386000"/>
          </a:xfrm>
        </p:grpSpPr>
        <p:sp>
          <p:nvSpPr>
            <p:cNvPr id="602" name="Google Shape;602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36"/>
          <p:cNvSpPr/>
          <p:nvPr/>
        </p:nvSpPr>
        <p:spPr>
          <a:xfrm rot="5400000">
            <a:off x="4435950" y="416400"/>
            <a:ext cx="291300" cy="9162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7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0" name="Google Shape;610;p37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611" name="Google Shape;611;p3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8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8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618" name="Google Shape;618;p3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"/>
          <p:cNvSpPr/>
          <p:nvPr/>
        </p:nvSpPr>
        <p:spPr>
          <a:xfrm flipH="1">
            <a:off x="-21389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 rot="-5400000" flipH="1">
            <a:off x="7360030" y="-1285259"/>
            <a:ext cx="3589973" cy="1044767"/>
            <a:chOff x="-2333670" y="-733424"/>
            <a:chExt cx="4762500" cy="1386000"/>
          </a:xfrm>
        </p:grpSpPr>
        <p:sp>
          <p:nvSpPr>
            <p:cNvPr id="625" name="Google Shape;625;p3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3" r:id="rId4"/>
    <p:sldLayoutId id="2147483682" r:id="rId5"/>
    <p:sldLayoutId id="2147483683" r:id="rId6"/>
    <p:sldLayoutId id="2147483684" r:id="rId7"/>
    <p:sldLayoutId id="214748368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6.png"/><Relationship Id="rId18" Type="http://schemas.openxmlformats.org/officeDocument/2006/relationships/image" Target="../media/image9.png"/><Relationship Id="rId3" Type="http://schemas.openxmlformats.org/officeDocument/2006/relationships/image" Target="../media/image1.png"/><Relationship Id="rId21" Type="http://schemas.microsoft.com/office/2007/relationships/hdphoto" Target="../media/hdphoto9.wdp"/><Relationship Id="rId7" Type="http://schemas.openxmlformats.org/officeDocument/2006/relationships/image" Target="../media/image3.png"/><Relationship Id="rId12" Type="http://schemas.microsoft.com/office/2007/relationships/hdphoto" Target="../media/hdphoto5.wdp"/><Relationship Id="rId17" Type="http://schemas.microsoft.com/office/2007/relationships/hdphoto" Target="../media/hdphoto7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microsoft.com/office/2007/relationships/hdphoto" Target="../media/hdphoto4.wdp"/><Relationship Id="rId19" Type="http://schemas.microsoft.com/office/2007/relationships/hdphoto" Target="../media/hdphoto8.wdp"/><Relationship Id="rId4" Type="http://schemas.microsoft.com/office/2007/relationships/hdphoto" Target="../media/hdphoto1.wdp"/><Relationship Id="rId9" Type="http://schemas.openxmlformats.org/officeDocument/2006/relationships/image" Target="../media/image4.png"/><Relationship Id="rId14" Type="http://schemas.microsoft.com/office/2007/relationships/hdphoto" Target="../media/hdphoto6.wdp"/><Relationship Id="rId22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13" Type="http://schemas.openxmlformats.org/officeDocument/2006/relationships/image" Target="../media/image2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7.png"/><Relationship Id="rId12" Type="http://schemas.microsoft.com/office/2007/relationships/hdphoto" Target="../media/hdphoto12.wdp"/><Relationship Id="rId2" Type="http://schemas.openxmlformats.org/officeDocument/2006/relationships/diagramData" Target="../diagrams/data1.xml"/><Relationship Id="rId16" Type="http://schemas.microsoft.com/office/2007/relationships/hdphoto" Target="../media/hdphoto14.wdp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openxmlformats.org/officeDocument/2006/relationships/image" Target="../media/image19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21.png"/><Relationship Id="rId10" Type="http://schemas.microsoft.com/office/2007/relationships/hdphoto" Target="../media/hdphoto11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8.png"/><Relationship Id="rId14" Type="http://schemas.microsoft.com/office/2007/relationships/hdphoto" Target="../media/hdphoto1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youtu.be/VFAoW0102fl" TargetMode="External"/><Relationship Id="rId2" Type="http://schemas.openxmlformats.org/officeDocument/2006/relationships/hyperlink" Target="https://youtu.be/VfAOwO1o2fI?si=Qrq5tTWrmEeiuj2K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3"/>
          <p:cNvSpPr/>
          <p:nvPr/>
        </p:nvSpPr>
        <p:spPr>
          <a:xfrm>
            <a:off x="5914800" y="-14250"/>
            <a:ext cx="3229200" cy="3600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3"/>
          <p:cNvSpPr/>
          <p:nvPr/>
        </p:nvSpPr>
        <p:spPr>
          <a:xfrm>
            <a:off x="5914800" y="3586200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3"/>
          <p:cNvSpPr txBox="1">
            <a:spLocks noGrp="1"/>
          </p:cNvSpPr>
          <p:nvPr>
            <p:ph type="ctrTitle"/>
          </p:nvPr>
        </p:nvSpPr>
        <p:spPr>
          <a:xfrm>
            <a:off x="500745" y="1092617"/>
            <a:ext cx="5191649" cy="27479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" sz="2800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  <a:t>Integrantes:</a:t>
            </a:r>
            <a:br>
              <a:rPr lang="en" sz="2800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</a:br>
            <a:br>
              <a:rPr lang="en" sz="2800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</a:br>
            <a:r>
              <a:rPr lang="en" sz="2800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  <a:t>- Alexander Mejia Ospina</a:t>
            </a:r>
            <a:br>
              <a:rPr lang="en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</a:br>
            <a:r>
              <a:rPr lang="en" sz="2800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  <a:t>- Luis Miguel Muñoz Rendon</a:t>
            </a:r>
            <a:br>
              <a:rPr lang="en" sz="2800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</a:br>
            <a:r>
              <a:rPr lang="en" sz="2800" dirty="0">
                <a:solidFill>
                  <a:schemeClr val="tx1"/>
                </a:solidFill>
                <a:latin typeface="Amasis MT Pro Black" panose="020F0502020204030204" pitchFamily="18" charset="0"/>
                <a:ea typeface="Raleway SemiBold"/>
                <a:cs typeface="Raleway SemiBold"/>
              </a:rPr>
              <a:t>- Santiago Mayorga Hueso</a:t>
            </a:r>
            <a:endParaRPr sz="2800" dirty="0">
              <a:solidFill>
                <a:schemeClr val="tx1"/>
              </a:solidFill>
              <a:latin typeface="Amasis MT Pro Black" panose="020F0502020204030204" pitchFamily="18" charset="0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643" name="Google Shape;643;p43"/>
          <p:cNvGrpSpPr/>
          <p:nvPr/>
        </p:nvGrpSpPr>
        <p:grpSpPr>
          <a:xfrm rot="5400000">
            <a:off x="3335158" y="5364916"/>
            <a:ext cx="3589973" cy="1044767"/>
            <a:chOff x="-2333670" y="-733424"/>
            <a:chExt cx="4762500" cy="1386000"/>
          </a:xfrm>
        </p:grpSpPr>
        <p:sp>
          <p:nvSpPr>
            <p:cNvPr id="644" name="Google Shape;644;p4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8" name="Google Shape;648;p43"/>
          <p:cNvGrpSpPr/>
          <p:nvPr/>
        </p:nvGrpSpPr>
        <p:grpSpPr>
          <a:xfrm>
            <a:off x="6679763" y="256500"/>
            <a:ext cx="1699272" cy="3059081"/>
            <a:chOff x="6679763" y="256500"/>
            <a:chExt cx="1699272" cy="3059081"/>
          </a:xfrm>
        </p:grpSpPr>
        <p:sp>
          <p:nvSpPr>
            <p:cNvPr id="649" name="Google Shape;649;p43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3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3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3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3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3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3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3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3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3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3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3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3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3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3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" name="Google Shape;668;p43"/>
          <p:cNvGrpSpPr/>
          <p:nvPr/>
        </p:nvGrpSpPr>
        <p:grpSpPr>
          <a:xfrm>
            <a:off x="6280093" y="3800476"/>
            <a:ext cx="2498613" cy="1123948"/>
            <a:chOff x="6237531" y="3846675"/>
            <a:chExt cx="2498613" cy="1123948"/>
          </a:xfrm>
        </p:grpSpPr>
        <p:sp>
          <p:nvSpPr>
            <p:cNvPr id="669" name="Google Shape;669;p43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3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3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3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3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43"/>
          <p:cNvGrpSpPr/>
          <p:nvPr/>
        </p:nvGrpSpPr>
        <p:grpSpPr>
          <a:xfrm rot="5400000">
            <a:off x="790490" y="3751532"/>
            <a:ext cx="753870" cy="1744297"/>
            <a:chOff x="5088650" y="245050"/>
            <a:chExt cx="1046025" cy="2420282"/>
          </a:xfrm>
        </p:grpSpPr>
        <p:sp>
          <p:nvSpPr>
            <p:cNvPr id="680" name="Google Shape;680;p43"/>
            <p:cNvSpPr/>
            <p:nvPr/>
          </p:nvSpPr>
          <p:spPr>
            <a:xfrm>
              <a:off x="5547343" y="1580799"/>
              <a:ext cx="128662" cy="108453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43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687" name="Google Shape;687;p43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6"/>
          <p:cNvSpPr txBox="1">
            <a:spLocks noGrp="1"/>
          </p:cNvSpPr>
          <p:nvPr>
            <p:ph type="subTitle" idx="1"/>
          </p:nvPr>
        </p:nvSpPr>
        <p:spPr>
          <a:xfrm>
            <a:off x="2062199" y="1957534"/>
            <a:ext cx="5138034" cy="2419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ES" sz="1800" b="1" dirty="0">
                <a:latin typeface="Open Sans"/>
                <a:ea typeface="Open Sans"/>
                <a:cs typeface="Open Sans"/>
                <a:sym typeface="Open Sans"/>
              </a:rPr>
              <a:t>Es un sistema electrónico que reemplaza la típica llave mecánica por una tarjeta, llavero o tag que funciona con RFID (Radio </a:t>
            </a:r>
            <a:r>
              <a:rPr lang="es-ES" sz="1800" b="1" dirty="0" err="1">
                <a:latin typeface="Open Sans"/>
                <a:ea typeface="Open Sans"/>
                <a:cs typeface="Open Sans"/>
                <a:sym typeface="Open Sans"/>
              </a:rPr>
              <a:t>Frequency</a:t>
            </a:r>
            <a:r>
              <a:rPr lang="es-ES" sz="18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1800" b="1" dirty="0" err="1">
                <a:latin typeface="Open Sans"/>
                <a:ea typeface="Open Sans"/>
                <a:cs typeface="Open Sans"/>
                <a:sym typeface="Open Sans"/>
              </a:rPr>
              <a:t>Identification</a:t>
            </a:r>
            <a:r>
              <a:rPr lang="es-ES" sz="1800" b="1" dirty="0">
                <a:latin typeface="Open Sans"/>
                <a:ea typeface="Open Sans"/>
                <a:cs typeface="Open Sans"/>
                <a:sym typeface="Open Sans"/>
              </a:rPr>
              <a:t>, o Identificación por Radiofrecuencia). En lugar de meter la llave en una cerradura, solo acercas la tarjeta al lector y la puerta se abre si está autorizada</a:t>
            </a:r>
            <a:endParaRPr sz="18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0" name="Google Shape;760;p46"/>
          <p:cNvSpPr txBox="1">
            <a:spLocks noGrp="1"/>
          </p:cNvSpPr>
          <p:nvPr>
            <p:ph type="title"/>
          </p:nvPr>
        </p:nvSpPr>
        <p:spPr>
          <a:xfrm>
            <a:off x="1844540" y="253219"/>
            <a:ext cx="5222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 dirty="0">
                <a:latin typeface="Open Sans"/>
                <a:ea typeface="Open Sans"/>
                <a:cs typeface="Open Sans"/>
                <a:sym typeface="Anaheim"/>
              </a:rPr>
              <a:t>Proyecto Final:</a:t>
            </a:r>
            <a:endParaRPr sz="2900" b="1" dirty="0">
              <a:latin typeface="Open Sans"/>
              <a:ea typeface="Open Sans"/>
              <a:cs typeface="Open Sans"/>
              <a:sym typeface="Anaheim"/>
            </a:endParaRPr>
          </a:p>
        </p:txBody>
      </p:sp>
      <p:grpSp>
        <p:nvGrpSpPr>
          <p:cNvPr id="761" name="Google Shape;761;p46"/>
          <p:cNvGrpSpPr/>
          <p:nvPr/>
        </p:nvGrpSpPr>
        <p:grpSpPr>
          <a:xfrm rot="10800000">
            <a:off x="1054384" y="12"/>
            <a:ext cx="753870" cy="1509636"/>
            <a:chOff x="5088650" y="245050"/>
            <a:chExt cx="1046025" cy="2094680"/>
          </a:xfrm>
        </p:grpSpPr>
        <p:sp>
          <p:nvSpPr>
            <p:cNvPr id="762" name="Google Shape;762;p46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6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6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6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6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6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" name="Google Shape;768;p46"/>
          <p:cNvGrpSpPr/>
          <p:nvPr/>
        </p:nvGrpSpPr>
        <p:grpSpPr>
          <a:xfrm rot="5400000">
            <a:off x="5853125" y="-1386893"/>
            <a:ext cx="3587115" cy="1043935"/>
            <a:chOff x="-2333670" y="-733424"/>
            <a:chExt cx="4762500" cy="1386000"/>
          </a:xfrm>
        </p:grpSpPr>
        <p:sp>
          <p:nvSpPr>
            <p:cNvPr id="769" name="Google Shape;769;p4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760;p46">
            <a:extLst>
              <a:ext uri="{FF2B5EF4-FFF2-40B4-BE49-F238E27FC236}">
                <a16:creationId xmlns:a16="http://schemas.microsoft.com/office/drawing/2014/main" id="{08EDEF3F-7474-88A0-CB4A-7B13CAF953F8}"/>
              </a:ext>
            </a:extLst>
          </p:cNvPr>
          <p:cNvSpPr txBox="1">
            <a:spLocks/>
          </p:cNvSpPr>
          <p:nvPr/>
        </p:nvSpPr>
        <p:spPr>
          <a:xfrm>
            <a:off x="1960650" y="867438"/>
            <a:ext cx="522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ES" sz="2900" b="1" dirty="0">
                <a:latin typeface="Open Sans"/>
                <a:ea typeface="Open Sans"/>
                <a:cs typeface="Open Sans"/>
                <a:sym typeface="Anaheim"/>
              </a:rPr>
              <a:t>C</a:t>
            </a:r>
            <a:r>
              <a:rPr lang="es-CO" sz="2900" b="1" dirty="0">
                <a:latin typeface="Open Sans"/>
                <a:ea typeface="Open Sans"/>
                <a:cs typeface="Open Sans"/>
                <a:sym typeface="Anaheim"/>
              </a:rPr>
              <a:t>erradura Inteligente con RFID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adroTexto 57">
            <a:extLst>
              <a:ext uri="{FF2B5EF4-FFF2-40B4-BE49-F238E27FC236}">
                <a16:creationId xmlns:a16="http://schemas.microsoft.com/office/drawing/2014/main" id="{3EDB7A55-273C-9CB0-1496-CE9AE1F5FE0F}"/>
              </a:ext>
            </a:extLst>
          </p:cNvPr>
          <p:cNvSpPr txBox="1"/>
          <p:nvPr/>
        </p:nvSpPr>
        <p:spPr>
          <a:xfrm>
            <a:off x="3010161" y="172564"/>
            <a:ext cx="312821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900" b="1" dirty="0"/>
              <a:t>Componentes</a:t>
            </a:r>
            <a:endParaRPr lang="es-CO" sz="1900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4C0F30C-827B-A9E9-FE68-672F08F0F60D}"/>
              </a:ext>
            </a:extLst>
          </p:cNvPr>
          <p:cNvSpPr/>
          <p:nvPr/>
        </p:nvSpPr>
        <p:spPr>
          <a:xfrm>
            <a:off x="865862" y="939773"/>
            <a:ext cx="3467306" cy="888011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4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DFE7E3-3CD6-AF49-46CE-CFD0F9116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579" b="94737" l="439" r="96930">
                        <a14:foregroundMark x1="59649" y1="83333" x2="59649" y2="83333"/>
                        <a14:foregroundMark x1="57018" y1="78947" x2="67544" y2="74123"/>
                        <a14:foregroundMark x1="73246" y1="67544" x2="81579" y2="59649"/>
                        <a14:foregroundMark x1="80263" y1="71930" x2="83772" y2="70614"/>
                        <a14:foregroundMark x1="93860" y1="68421" x2="94737" y2="65351"/>
                        <a14:foregroundMark x1="97368" y1="62719" x2="97368" y2="62719"/>
                        <a14:foregroundMark x1="55702" y1="95614" x2="55702" y2="95614"/>
                        <a14:foregroundMark x1="7456" y1="38158" x2="7456" y2="38158"/>
                        <a14:foregroundMark x1="16228" y1="37719" x2="10965" y2="41667"/>
                        <a14:foregroundMark x1="11404" y1="44298" x2="1316" y2="39912"/>
                        <a14:foregroundMark x1="11404" y1="46930" x2="5263" y2="44737"/>
                        <a14:foregroundMark x1="7895" y1="50877" x2="877" y2="38158"/>
                        <a14:foregroundMark x1="9649" y1="47368" x2="25439" y2="42982"/>
                        <a14:foregroundMark x1="42544" y1="46491" x2="45614" y2="45614"/>
                        <a14:foregroundMark x1="32895" y1="45175" x2="37281" y2="38596"/>
                        <a14:foregroundMark x1="41667" y1="82456" x2="45614" y2="71930"/>
                        <a14:foregroundMark x1="53509" y1="7456" x2="54825" y2="6579"/>
                        <a14:foregroundMark x1="71491" y1="19298" x2="69298" y2="14035"/>
                        <a14:foregroundMark x1="74561" y1="27193" x2="71053" y2="16228"/>
                        <a14:foregroundMark x1="68860" y1="28509" x2="71930" y2="135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6972" y="928083"/>
            <a:ext cx="899701" cy="8997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F96D378-282D-4B1E-B2B1-770F2151F27E}"/>
              </a:ext>
            </a:extLst>
          </p:cNvPr>
          <p:cNvSpPr/>
          <p:nvPr/>
        </p:nvSpPr>
        <p:spPr>
          <a:xfrm>
            <a:off x="849942" y="1962967"/>
            <a:ext cx="3467306" cy="888011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E4C92E-EF32-DCAD-C8D3-0737A9BBC4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772" b="90789" l="4825" r="99123">
                        <a14:foregroundMark x1="96491" y1="26754" x2="93860" y2="17105"/>
                        <a14:foregroundMark x1="98246" y1="18421" x2="99123" y2="16228"/>
                        <a14:foregroundMark x1="67982" y1="9649" x2="67544" y2="8772"/>
                        <a14:foregroundMark x1="5702" y1="63596" x2="4825" y2="63596"/>
                        <a14:foregroundMark x1="48246" y1="90789" x2="48246" y2="90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6088" y="1950157"/>
            <a:ext cx="931953" cy="931953"/>
          </a:xfrm>
          <a:prstGeom prst="rect">
            <a:avLst/>
          </a:prstGeom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CE07AB2-A9D3-D6A1-0C0A-66B2700A9C0F}"/>
              </a:ext>
            </a:extLst>
          </p:cNvPr>
          <p:cNvSpPr/>
          <p:nvPr/>
        </p:nvSpPr>
        <p:spPr>
          <a:xfrm>
            <a:off x="865862" y="2973351"/>
            <a:ext cx="3467306" cy="888011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1A6A428-F400-1437-83D2-E483B2AE61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571" b="93315" l="2547" r="99491">
                        <a14:foregroundMark x1="8659" y1="19499" x2="8659" y2="19499"/>
                        <a14:foregroundMark x1="4584" y1="30919" x2="4584" y2="30919"/>
                        <a14:foregroundMark x1="4584" y1="30919" x2="4584" y2="30919"/>
                        <a14:foregroundMark x1="91002" y1="48189" x2="91002" y2="48189"/>
                        <a14:foregroundMark x1="96095" y1="45961" x2="96095" y2="45961"/>
                        <a14:foregroundMark x1="96265" y1="73816" x2="96265" y2="73816"/>
                        <a14:foregroundMark x1="99660" y1="65460" x2="99660" y2="65460"/>
                        <a14:foregroundMark x1="81494" y1="93593" x2="81494" y2="93593"/>
                        <a14:foregroundMark x1="2716" y1="15042" x2="2716" y2="15042"/>
                        <a14:foregroundMark x1="16129" y1="5571" x2="15959" y2="6685"/>
                        <a14:foregroundMark x1="13073" y1="6128" x2="13073" y2="6128"/>
                        <a14:backgroundMark x1="23769" y1="37047" x2="23769" y2="37047"/>
                        <a14:backgroundMark x1="12224" y1="50696" x2="12224" y2="50696"/>
                        <a14:backgroundMark x1="17997" y1="38719" x2="17997" y2="38719"/>
                        <a14:backgroundMark x1="20543" y1="50139" x2="20543" y2="50139"/>
                        <a14:backgroundMark x1="23769" y1="49304" x2="23769" y2="49304"/>
                        <a14:backgroundMark x1="90323" y1="54596" x2="90323" y2="54596"/>
                        <a14:backgroundMark x1="86757" y1="69638" x2="86757" y2="69638"/>
                        <a14:backgroundMark x1="81154" y1="53760" x2="81154" y2="53760"/>
                        <a14:backgroundMark x1="87776" y1="37326" x2="87776" y2="37326"/>
                        <a14:backgroundMark x1="82513" y1="85794" x2="82513" y2="85794"/>
                        <a14:backgroundMark x1="82683" y1="82730" x2="82683" y2="82730"/>
                        <a14:backgroundMark x1="82683" y1="80501" x2="82683" y2="80501"/>
                        <a14:backgroundMark x1="82003" y1="56267" x2="82003" y2="56267"/>
                        <a14:backgroundMark x1="15620" y1="53760" x2="15620" y2="53760"/>
                        <a14:backgroundMark x1="86418" y1="42897" x2="86418" y2="428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96466" y="2953569"/>
            <a:ext cx="1440904" cy="878242"/>
          </a:xfrm>
          <a:prstGeom prst="rect">
            <a:avLst/>
          </a:prstGeom>
        </p:spPr>
      </p:pic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D91107F0-5A21-08AE-D5E4-6120C64F95DA}"/>
              </a:ext>
            </a:extLst>
          </p:cNvPr>
          <p:cNvSpPr/>
          <p:nvPr/>
        </p:nvSpPr>
        <p:spPr>
          <a:xfrm>
            <a:off x="865862" y="4041163"/>
            <a:ext cx="3467306" cy="888011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5ED94C6-B199-22AE-F1B7-C76EC3E53C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89" b="96667" l="10000" r="90000">
                        <a14:foregroundMark x1="18889" y1="38667" x2="18889" y2="38667"/>
                        <a14:foregroundMark x1="13111" y1="17111" x2="13111" y2="17111"/>
                        <a14:foregroundMark x1="18444" y1="13111" x2="18444" y2="11333"/>
                        <a14:foregroundMark x1="21778" y1="8000" x2="24444" y2="7111"/>
                        <a14:foregroundMark x1="12000" y1="17111" x2="17111" y2="9111"/>
                        <a14:foregroundMark x1="53344" y1="6637" x2="64667" y2="6222"/>
                        <a14:foregroundMark x1="22222" y1="7778" x2="50533" y2="6740"/>
                        <a14:foregroundMark x1="80444" y1="20667" x2="68000" y2="10444"/>
                        <a14:foregroundMark x1="88000" y1="20889" x2="47111" y2="1556"/>
                        <a14:foregroundMark x1="47111" y1="1556" x2="25333" y2="12222"/>
                        <a14:foregroundMark x1="10000" y1="22889" x2="20667" y2="4889"/>
                        <a14:foregroundMark x1="25127" y1="1556" x2="25333" y2="1333"/>
                        <a14:foregroundMark x1="14444" y1="13111" x2="25127" y2="1556"/>
                        <a14:foregroundMark x1="28667" y1="92444" x2="28667" y2="92444"/>
                        <a14:foregroundMark x1="45778" y1="96667" x2="45778" y2="96667"/>
                        <a14:backgroundMark x1="41111" y1="86222" x2="41111" y2="86222"/>
                        <a14:backgroundMark x1="53556" y1="88444" x2="64222" y2="78222"/>
                        <a14:backgroundMark x1="32000" y1="89111" x2="65778" y2="80444"/>
                        <a14:backgroundMark x1="32222" y1="90222" x2="37333" y2="82889"/>
                        <a14:backgroundMark x1="57111" y1="28889" x2="57111" y2="28889"/>
                        <a14:backgroundMark x1="58667" y1="28222" x2="58667" y2="28222"/>
                        <a14:backgroundMark x1="56667" y1="11333" x2="56667" y2="11333"/>
                        <a14:backgroundMark x1="55778" y1="11333" x2="55778" y2="11333"/>
                        <a14:backgroundMark x1="55778" y1="11333" x2="52222" y2="10000"/>
                        <a14:backgroundMark x1="33778" y1="88889" x2="29778" y2="86667"/>
                        <a14:backgroundMark x1="24000" y1="1556" x2="24000" y2="1556"/>
                        <a14:backgroundMark x1="26000" y1="1111" x2="26000" y2="1111"/>
                        <a14:backgroundMark x1="55111" y1="1556" x2="55111" y2="1556"/>
                        <a14:backgroundMark x1="53556" y1="1333" x2="53556" y2="1333"/>
                        <a14:backgroundMark x1="52444" y1="1111" x2="52444" y2="1111"/>
                        <a14:backgroundMark x1="81556" y1="20667" x2="81556" y2="2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33709" y="4167986"/>
            <a:ext cx="790148" cy="790148"/>
          </a:xfrm>
          <a:prstGeom prst="rect">
            <a:avLst/>
          </a:prstGeom>
        </p:spPr>
      </p:pic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C5F3E159-0E17-901D-3F7A-A3CE29285EEB}"/>
              </a:ext>
            </a:extLst>
          </p:cNvPr>
          <p:cNvSpPr/>
          <p:nvPr/>
        </p:nvSpPr>
        <p:spPr>
          <a:xfrm>
            <a:off x="4691816" y="741070"/>
            <a:ext cx="3568719" cy="1184019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dirty="0">
                <a:solidFill>
                  <a:srgbClr val="111521"/>
                </a:solidFill>
                <a:latin typeface="Aptos Black" panose="020B0004020202020204" pitchFamily="34" charset="0"/>
              </a:rPr>
              <a:t>Resistencias</a:t>
            </a:r>
          </a:p>
          <a:p>
            <a:pPr algn="ctr"/>
            <a:endParaRPr lang="es-ES" dirty="0">
              <a:solidFill>
                <a:srgbClr val="111521"/>
              </a:solidFill>
              <a:latin typeface="Aptos Black" panose="020B0004020202020204" pitchFamily="34" charset="0"/>
            </a:endParaRPr>
          </a:p>
          <a:p>
            <a:pPr algn="ctr"/>
            <a:endParaRPr lang="es-ES" dirty="0">
              <a:solidFill>
                <a:srgbClr val="111521"/>
              </a:solidFill>
              <a:latin typeface="Aptos Black" panose="020B0004020202020204" pitchFamily="34" charset="0"/>
            </a:endParaRPr>
          </a:p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1036" name="Picture 12" descr="Resistencia 10K 1/4W – ELECTRÓNICA GUATEMALA OXDEA">
            <a:extLst>
              <a:ext uri="{FF2B5EF4-FFF2-40B4-BE49-F238E27FC236}">
                <a16:creationId xmlns:a16="http://schemas.microsoft.com/office/drawing/2014/main" id="{F5D213A2-A0CA-B9BA-8CC3-F8F7E28E3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8889" y1="73778" x2="28889" y2="73778"/>
                        <a14:foregroundMark x1="29333" y1="69778" x2="29333" y2="70667"/>
                        <a14:foregroundMark x1="28889" y1="73778" x2="28889" y2="73778"/>
                        <a14:foregroundMark x1="75556" y1="25333" x2="75556" y2="25333"/>
                        <a14:foregroundMark x1="76444" y1="25333" x2="76444" y2="25333"/>
                        <a14:foregroundMark x1="74667" y1="24889" x2="74667" y2="24889"/>
                        <a14:foregroundMark x1="76000" y1="24889" x2="76000" y2="24889"/>
                        <a14:foregroundMark x1="24000" y1="74222" x2="24000" y2="74222"/>
                        <a14:foregroundMark x1="24000" y1="74222" x2="24000" y2="74222"/>
                        <a14:backgroundMark x1="78667" y1="18222" x2="96444" y2="28000"/>
                        <a14:backgroundMark x1="82690" y1="24889" x2="75111" y2="16889"/>
                        <a14:backgroundMark x1="83111" y1="25333" x2="82690" y2="24889"/>
                        <a14:backgroundMark x1="13333" y1="80444" x2="24444" y2="92444"/>
                        <a14:backgroundMark x1="16889" y1="81333" x2="21333" y2="86222"/>
                        <a14:backgroundMark x1="12889" y1="78222" x2="23556" y2="86667"/>
                        <a14:backgroundMark x1="18222" y1="76444" x2="26222" y2="88444"/>
                        <a14:backgroundMark x1="22222" y1="76444" x2="22222" y2="76444"/>
                        <a14:backgroundMark x1="22667" y1="76444" x2="22667" y2="76444"/>
                        <a14:backgroundMark x1="22667" y1="76444" x2="22667" y2="76444"/>
                        <a14:backgroundMark x1="75556" y1="25333" x2="75556" y2="25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761" y="1030298"/>
            <a:ext cx="870208" cy="845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9C38CFA-1A90-410A-A73C-B49CEA22948F}"/>
              </a:ext>
            </a:extLst>
          </p:cNvPr>
          <p:cNvSpPr/>
          <p:nvPr/>
        </p:nvSpPr>
        <p:spPr>
          <a:xfrm>
            <a:off x="4707604" y="2046782"/>
            <a:ext cx="1712549" cy="831483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1038" name="Picture 14" descr="Cables Jumper Arduino Dupont x 40 Macho">
            <a:extLst>
              <a:ext uri="{FF2B5EF4-FFF2-40B4-BE49-F238E27FC236}">
                <a16:creationId xmlns:a16="http://schemas.microsoft.com/office/drawing/2014/main" id="{92A778A7-A715-13A2-EE27-D897C1114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053" y="1952381"/>
            <a:ext cx="987242" cy="98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2CE2759-CF9B-CB95-197D-5AB859366AE5}"/>
              </a:ext>
            </a:extLst>
          </p:cNvPr>
          <p:cNvSpPr/>
          <p:nvPr/>
        </p:nvSpPr>
        <p:spPr>
          <a:xfrm>
            <a:off x="6565552" y="2074814"/>
            <a:ext cx="1694984" cy="816921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C6901BF-838A-671C-E444-32182D0134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9560" y="2125897"/>
            <a:ext cx="496076" cy="717219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17C2232-C0D3-4BCF-5C25-EAB41695126A}"/>
              </a:ext>
            </a:extLst>
          </p:cNvPr>
          <p:cNvSpPr/>
          <p:nvPr/>
        </p:nvSpPr>
        <p:spPr>
          <a:xfrm>
            <a:off x="4685545" y="3017719"/>
            <a:ext cx="3467306" cy="888011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1040" name="Picture 16" descr="Transistor BJT NPN TIP122 – Sumador. Robótica y electrónica.">
            <a:extLst>
              <a:ext uri="{FF2B5EF4-FFF2-40B4-BE49-F238E27FC236}">
                <a16:creationId xmlns:a16="http://schemas.microsoft.com/office/drawing/2014/main" id="{56A833EE-E571-EA03-69A4-43A36C2B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9778" b="92889" l="9778" r="89778">
                        <a14:foregroundMark x1="44889" y1="11111" x2="44889" y2="11111"/>
                        <a14:foregroundMark x1="51556" y1="91556" x2="51556" y2="91556"/>
                        <a14:foregroundMark x1="59111" y1="92889" x2="59111" y2="9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551" y="3070408"/>
            <a:ext cx="878243" cy="87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66E444D9-7869-DE22-E089-49DE8E29433B}"/>
              </a:ext>
            </a:extLst>
          </p:cNvPr>
          <p:cNvSpPr/>
          <p:nvPr/>
        </p:nvSpPr>
        <p:spPr>
          <a:xfrm>
            <a:off x="4742485" y="4050788"/>
            <a:ext cx="3467306" cy="888011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>
              <a:solidFill>
                <a:srgbClr val="111521"/>
              </a:solidFill>
              <a:latin typeface="Aptos Black" panose="020B0004020202020204" pitchFamily="34" charset="0"/>
            </a:endParaRPr>
          </a:p>
        </p:txBody>
      </p:sp>
      <p:pic>
        <p:nvPicPr>
          <p:cNvPr id="1042" name="Picture 18" descr="What is RFID RC522 Module? Work of RFID Sensor Description with Diagram">
            <a:extLst>
              <a:ext uri="{FF2B5EF4-FFF2-40B4-BE49-F238E27FC236}">
                <a16:creationId xmlns:a16="http://schemas.microsoft.com/office/drawing/2014/main" id="{6A9470CE-7CDB-6ED8-A219-B7B0ABB83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3521" b="89965" l="4750" r="99375">
                        <a14:foregroundMark x1="21875" y1="43310" x2="21875" y2="43310"/>
                        <a14:foregroundMark x1="23875" y1="37148" x2="12500" y2="42958"/>
                        <a14:foregroundMark x1="29250" y1="52993" x2="28500" y2="46479"/>
                        <a14:foregroundMark x1="15375" y1="22535" x2="7000" y2="58099"/>
                        <a14:foregroundMark x1="44875" y1="38204" x2="44750" y2="37148"/>
                        <a14:foregroundMark x1="49125" y1="44014" x2="41875" y2="45951"/>
                        <a14:foregroundMark x1="90750" y1="54049" x2="80000" y2="69542"/>
                        <a14:foregroundMark x1="63875" y1="5986" x2="98000" y2="36972"/>
                        <a14:foregroundMark x1="98000" y1="36972" x2="70125" y2="82746"/>
                        <a14:foregroundMark x1="70125" y1="82746" x2="65000" y2="19366"/>
                        <a14:foregroundMark x1="65000" y1="19366" x2="68250" y2="8803"/>
                        <a14:foregroundMark x1="90625" y1="23768" x2="97438" y2="8140"/>
                        <a14:foregroundMark x1="45500" y1="45423" x2="44750" y2="38204"/>
                        <a14:foregroundMark x1="46500" y1="45070" x2="54750" y2="31514"/>
                        <a14:foregroundMark x1="43250" y1="54930" x2="36375" y2="42430"/>
                        <a14:foregroundMark x1="39375" y1="27113" x2="43250" y2="22535"/>
                        <a14:foregroundMark x1="37250" y1="27113" x2="46500" y2="21479"/>
                        <a14:foregroundMark x1="18250" y1="26761" x2="23625" y2="18134"/>
                        <a14:foregroundMark x1="27000" y1="23592" x2="4750" y2="20246"/>
                        <a14:foregroundMark x1="10875" y1="17782" x2="28250" y2="13380"/>
                        <a14:foregroundMark x1="28000" y1="24472" x2="28000" y2="17958"/>
                        <a14:foregroundMark x1="30625" y1="23063" x2="29125" y2="16197"/>
                        <a14:foregroundMark x1="37375" y1="23768" x2="42875" y2="21831"/>
                        <a14:backgroundMark x1="73875" y1="2113" x2="73875" y2="2113"/>
                        <a14:backgroundMark x1="79875" y1="3521" x2="79500" y2="3345"/>
                        <a14:backgroundMark x1="75125" y1="1761" x2="91000" y2="1761"/>
                        <a14:backgroundMark x1="93125" y1="2289" x2="99625" y2="1232"/>
                        <a14:backgroundMark x1="99000" y1="4401" x2="99750" y2="4930"/>
                        <a14:backgroundMark x1="99375" y1="79754" x2="99750" y2="65317"/>
                        <a14:backgroundMark x1="99000" y1="67606" x2="99625" y2="12852"/>
                        <a14:backgroundMark x1="99625" y1="12852" x2="99625" y2="128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080" y="4135232"/>
            <a:ext cx="1085271" cy="77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3777B939-901A-A827-9A5E-828F6EAC52F9}"/>
              </a:ext>
            </a:extLst>
          </p:cNvPr>
          <p:cNvSpPr txBox="1"/>
          <p:nvPr/>
        </p:nvSpPr>
        <p:spPr>
          <a:xfrm>
            <a:off x="968173" y="1061771"/>
            <a:ext cx="2425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Arduino UNO R3: </a:t>
            </a:r>
            <a:r>
              <a:rPr lang="es-CO" sz="1400" dirty="0"/>
              <a:t>Microcontrolador principal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2DB35BB-A2CE-2FCE-28AF-F5D61AC7C0AD}"/>
              </a:ext>
            </a:extLst>
          </p:cNvPr>
          <p:cNvSpPr txBox="1"/>
          <p:nvPr/>
        </p:nvSpPr>
        <p:spPr>
          <a:xfrm>
            <a:off x="957310" y="2136282"/>
            <a:ext cx="2191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 err="1"/>
              <a:t>Protoboard</a:t>
            </a:r>
            <a:r>
              <a:rPr lang="es-CO" sz="1400" dirty="0"/>
              <a:t>: Base para realizar conexiones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919B8BB-9B2F-8036-BAD4-6ADFD5E5153F}"/>
              </a:ext>
            </a:extLst>
          </p:cNvPr>
          <p:cNvSpPr txBox="1"/>
          <p:nvPr/>
        </p:nvSpPr>
        <p:spPr>
          <a:xfrm>
            <a:off x="970022" y="3132665"/>
            <a:ext cx="20255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Fuente de                 </a:t>
            </a:r>
            <a:r>
              <a:rPr lang="es-CO" sz="1400" dirty="0" err="1"/>
              <a:t>alimentacion</a:t>
            </a:r>
            <a:r>
              <a:rPr lang="es-CO" sz="1400" dirty="0"/>
              <a:t> DC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15C77E0-1894-B265-A13B-2BD8C2988818}"/>
              </a:ext>
            </a:extLst>
          </p:cNvPr>
          <p:cNvSpPr txBox="1"/>
          <p:nvPr/>
        </p:nvSpPr>
        <p:spPr>
          <a:xfrm>
            <a:off x="957310" y="4125607"/>
            <a:ext cx="26659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 err="1"/>
              <a:t>Selenoide</a:t>
            </a:r>
            <a:r>
              <a:rPr lang="es-CO" sz="1400" dirty="0"/>
              <a:t> eléctrico (Electroimán): La bobina con núcleo móvil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F95D31F-B804-8978-4A4D-3ACBED75A8B1}"/>
              </a:ext>
            </a:extLst>
          </p:cNvPr>
          <p:cNvSpPr txBox="1"/>
          <p:nvPr/>
        </p:nvSpPr>
        <p:spPr>
          <a:xfrm>
            <a:off x="6710951" y="2326920"/>
            <a:ext cx="1694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 err="1"/>
              <a:t>LEDs</a:t>
            </a:r>
            <a:endParaRPr lang="es-CO" sz="14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483ED21-A572-1D78-BEC5-1F0566B2ADA9}"/>
              </a:ext>
            </a:extLst>
          </p:cNvPr>
          <p:cNvSpPr txBox="1"/>
          <p:nvPr/>
        </p:nvSpPr>
        <p:spPr>
          <a:xfrm>
            <a:off x="4742485" y="2154117"/>
            <a:ext cx="1444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Cables de conexión</a:t>
            </a: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6F1BE9C0-1351-9940-CC22-1D8F244273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3416" b="98137" l="2174" r="98447">
                        <a14:foregroundMark x1="20497" y1="80745" x2="20497" y2="80745"/>
                        <a14:foregroundMark x1="16149" y1="86335" x2="16149" y2="86335"/>
                        <a14:foregroundMark x1="6832" y1="95031" x2="6832" y2="95031"/>
                        <a14:foregroundMark x1="2484" y1="98137" x2="2484" y2="98137"/>
                        <a14:foregroundMark x1="92547" y1="8385" x2="92547" y2="8385"/>
                        <a14:foregroundMark x1="97826" y1="3416" x2="98447" y2="34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23013" y="1229166"/>
            <a:ext cx="459916" cy="459916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F5E24A61-31C6-C039-9A52-9726FC05DD59}"/>
              </a:ext>
            </a:extLst>
          </p:cNvPr>
          <p:cNvSpPr txBox="1"/>
          <p:nvPr/>
        </p:nvSpPr>
        <p:spPr>
          <a:xfrm>
            <a:off x="5430616" y="1202354"/>
            <a:ext cx="12225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Resistencias de 220 </a:t>
            </a:r>
            <a:r>
              <a:rPr lang="el-GR" sz="1400" dirty="0"/>
              <a:t>Ω</a:t>
            </a:r>
            <a:endParaRPr lang="es-CO" sz="14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5DF0B08-0277-66E3-C4EA-5B0D01A4831D}"/>
              </a:ext>
            </a:extLst>
          </p:cNvPr>
          <p:cNvSpPr txBox="1"/>
          <p:nvPr/>
        </p:nvSpPr>
        <p:spPr>
          <a:xfrm>
            <a:off x="7147736" y="1194849"/>
            <a:ext cx="1325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Resistencia de 220 K</a:t>
            </a:r>
            <a:r>
              <a:rPr lang="el-GR" sz="1400" dirty="0"/>
              <a:t>Ω</a:t>
            </a:r>
            <a:endParaRPr lang="es-CO" sz="1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BEE6526-BB30-FA5F-131D-0D3F622C5103}"/>
              </a:ext>
            </a:extLst>
          </p:cNvPr>
          <p:cNvSpPr txBox="1"/>
          <p:nvPr/>
        </p:nvSpPr>
        <p:spPr>
          <a:xfrm>
            <a:off x="4790797" y="3341454"/>
            <a:ext cx="22438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Transistor (TIP 122)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B7F20B3-35EE-9120-EFC9-43651DDBC984}"/>
              </a:ext>
            </a:extLst>
          </p:cNvPr>
          <p:cNvSpPr txBox="1"/>
          <p:nvPr/>
        </p:nvSpPr>
        <p:spPr>
          <a:xfrm>
            <a:off x="4805194" y="4340904"/>
            <a:ext cx="1712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RFID (RC522)</a:t>
            </a:r>
            <a:endParaRPr lang="es-CO" sz="14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B721A2E-1302-91F3-7F97-F5573B9AB734}"/>
              </a:ext>
            </a:extLst>
          </p:cNvPr>
          <p:cNvSpPr txBox="1"/>
          <p:nvPr/>
        </p:nvSpPr>
        <p:spPr>
          <a:xfrm>
            <a:off x="4764045" y="1279898"/>
            <a:ext cx="240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</a:t>
            </a:r>
            <a:endParaRPr lang="es-CO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ED774EA-03DD-5FA2-8A41-FBB4378959FC}"/>
              </a:ext>
            </a:extLst>
          </p:cNvPr>
          <p:cNvSpPr txBox="1"/>
          <p:nvPr/>
        </p:nvSpPr>
        <p:spPr>
          <a:xfrm>
            <a:off x="6575269" y="1286012"/>
            <a:ext cx="240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A17693-3A77-A263-DB7A-B8557314095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5580" y="279229"/>
            <a:ext cx="8767796" cy="48151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BF8F260-C1B3-072D-172D-E82134DA5B86}"/>
              </a:ext>
            </a:extLst>
          </p:cNvPr>
          <p:cNvSpPr txBox="1"/>
          <p:nvPr/>
        </p:nvSpPr>
        <p:spPr>
          <a:xfrm>
            <a:off x="4209628" y="515961"/>
            <a:ext cx="899701" cy="30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419" b="1" dirty="0"/>
              <a:t>Pin OUT</a:t>
            </a:r>
            <a:endParaRPr lang="es-CO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90D2B7A-9FA3-ACA0-E7CF-1E8128403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2079" y="-2951"/>
            <a:ext cx="5222700" cy="650652"/>
          </a:xfrm>
        </p:spPr>
        <p:txBody>
          <a:bodyPr/>
          <a:lstStyle/>
          <a:p>
            <a:r>
              <a:rPr lang="es-419" b="1" dirty="0"/>
              <a:t>Paso a Paso del Proyecto</a:t>
            </a:r>
            <a:endParaRPr lang="es-CO" b="1" dirty="0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988FFC31-78C7-22B7-9598-54BB634551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901326"/>
              </p:ext>
            </p:extLst>
          </p:nvPr>
        </p:nvGraphicFramePr>
        <p:xfrm>
          <a:off x="739140" y="647701"/>
          <a:ext cx="7688579" cy="3916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816FD19F-F8C7-B837-10D1-AADC8466000B}"/>
              </a:ext>
            </a:extLst>
          </p:cNvPr>
          <p:cNvSpPr txBox="1"/>
          <p:nvPr/>
        </p:nvSpPr>
        <p:spPr>
          <a:xfrm>
            <a:off x="960120" y="2426971"/>
            <a:ext cx="1257300" cy="206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000" dirty="0"/>
              <a:t>Se observa el Arduino UNO conectado al lector RFID RC522 en la </a:t>
            </a:r>
            <a:r>
              <a:rPr lang="es-CO" sz="1000" dirty="0" err="1"/>
              <a:t>protoboard</a:t>
            </a:r>
            <a:r>
              <a:rPr lang="es-CO" sz="1000" dirty="0"/>
              <a:t>. Se están haciendo las primeras pruebas de conexión entre el módulo lector y el microcontrolador.</a:t>
            </a:r>
          </a:p>
          <a:p>
            <a:endParaRPr lang="es-CO" sz="16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0901A32-5EDB-AFED-C08E-4D1303DEB8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731" b="93269" l="7273" r="90909">
                        <a14:foregroundMark x1="59091" y1="61538" x2="59091" y2="61538"/>
                        <a14:foregroundMark x1="7273" y1="49038" x2="7273" y2="49038"/>
                        <a14:foregroundMark x1="46364" y1="6731" x2="46364" y2="6731"/>
                        <a14:foregroundMark x1="91818" y1="53846" x2="91818" y2="53846"/>
                        <a14:foregroundMark x1="49091" y1="93269" x2="49091" y2="93269"/>
                        <a14:foregroundMark x1="53636" y1="43269" x2="56364" y2="298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331" y="947104"/>
            <a:ext cx="215257" cy="20351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80B9A0CA-6C34-25A5-A125-5A0290808775}"/>
              </a:ext>
            </a:extLst>
          </p:cNvPr>
          <p:cNvSpPr txBox="1"/>
          <p:nvPr/>
        </p:nvSpPr>
        <p:spPr>
          <a:xfrm>
            <a:off x="2293620" y="2426971"/>
            <a:ext cx="12573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000"/>
            </a:lvl1pPr>
          </a:lstStyle>
          <a:p>
            <a:r>
              <a:rPr lang="es-CO" dirty="0"/>
              <a:t>Se añade la cerradura</a:t>
            </a:r>
            <a:r>
              <a:rPr lang="es-419" dirty="0"/>
              <a:t> (Motor DC)</a:t>
            </a:r>
            <a:r>
              <a:rPr lang="es-CO" dirty="0"/>
              <a:t> y u</a:t>
            </a:r>
            <a:r>
              <a:rPr lang="es-419" dirty="0"/>
              <a:t>n TIP 122</a:t>
            </a:r>
            <a:r>
              <a:rPr lang="es-CO" dirty="0"/>
              <a:t>. Aquí se prueba el control y la integración de la cerradura al circuito.</a:t>
            </a:r>
          </a:p>
          <a:p>
            <a:endParaRPr lang="es-CO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EB05CAE-0D08-A9E9-B0C6-30F65DD3E5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041" b="95918" l="5051" r="92929">
                        <a14:foregroundMark x1="20202" y1="51020" x2="20202" y2="51020"/>
                        <a14:foregroundMark x1="38384" y1="59184" x2="19192" y2="36735"/>
                        <a14:foregroundMark x1="48485" y1="66327" x2="60606" y2="66327"/>
                        <a14:foregroundMark x1="58586" y1="52041" x2="58586" y2="52041"/>
                        <a14:foregroundMark x1="55556" y1="47959" x2="55556" y2="47959"/>
                        <a14:foregroundMark x1="55556" y1="47959" x2="55556" y2="47959"/>
                        <a14:foregroundMark x1="55556" y1="32653" x2="55556" y2="32653"/>
                        <a14:foregroundMark x1="55556" y1="32653" x2="55556" y2="32653"/>
                        <a14:foregroundMark x1="27273" y1="29592" x2="27273" y2="29592"/>
                        <a14:foregroundMark x1="27273" y1="29592" x2="27273" y2="29592"/>
                        <a14:foregroundMark x1="48485" y1="16327" x2="48485" y2="16327"/>
                        <a14:foregroundMark x1="48485" y1="16327" x2="48485" y2="16327"/>
                        <a14:foregroundMark x1="48485" y1="16327" x2="65657" y2="87755"/>
                        <a14:foregroundMark x1="14141" y1="68367" x2="62626" y2="84694"/>
                        <a14:foregroundMark x1="62626" y1="84694" x2="73737" y2="30612"/>
                        <a14:foregroundMark x1="53535" y1="2041" x2="53535" y2="2041"/>
                        <a14:foregroundMark x1="32323" y1="38776" x2="32323" y2="38776"/>
                        <a14:foregroundMark x1="5051" y1="44898" x2="5051" y2="44898"/>
                        <a14:foregroundMark x1="93939" y1="53061" x2="93939" y2="53061"/>
                        <a14:foregroundMark x1="54545" y1="95918" x2="54545" y2="959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8327" y="947104"/>
            <a:ext cx="205593" cy="2035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1A38693-757D-0465-AF6C-3EE86056F5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654" b="91346" l="8257" r="88991">
                        <a14:foregroundMark x1="45872" y1="49038" x2="45872" y2="49038"/>
                        <a14:foregroundMark x1="50459" y1="49038" x2="50459" y2="49038"/>
                        <a14:foregroundMark x1="43119" y1="31731" x2="43119" y2="31731"/>
                        <a14:foregroundMark x1="8257" y1="49038" x2="8257" y2="49038"/>
                        <a14:foregroundMark x1="50459" y1="9615" x2="50459" y2="9615"/>
                        <a14:foregroundMark x1="42202" y1="91346" x2="42202" y2="91346"/>
                        <a14:foregroundMark x1="88991" y1="53846" x2="88991" y2="53846"/>
                        <a14:foregroundMark x1="46789" y1="42308" x2="35780" y2="37500"/>
                        <a14:foregroundMark x1="35780" y1="37500" x2="32110" y2="67308"/>
                        <a14:foregroundMark x1="32110" y1="67308" x2="32110" y2="67308"/>
                        <a14:foregroundMark x1="32110" y1="67308" x2="32110" y2="67308"/>
                        <a14:foregroundMark x1="35780" y1="68269" x2="35780" y2="68269"/>
                        <a14:foregroundMark x1="58716" y1="59615" x2="58716" y2="596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4760" y="947105"/>
            <a:ext cx="213301" cy="203516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A27B4CEE-03EE-76C2-2FB1-9BE6AC21A3F6}"/>
              </a:ext>
            </a:extLst>
          </p:cNvPr>
          <p:cNvSpPr txBox="1"/>
          <p:nvPr/>
        </p:nvSpPr>
        <p:spPr>
          <a:xfrm>
            <a:off x="3710940" y="2426971"/>
            <a:ext cx="13335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000"/>
            </a:lvl1pPr>
          </a:lstStyle>
          <a:p>
            <a:r>
              <a:rPr lang="es-CO" dirty="0"/>
              <a:t>El sistema ya está montado con </a:t>
            </a:r>
            <a:r>
              <a:rPr lang="es-419" dirty="0"/>
              <a:t>tres </a:t>
            </a:r>
            <a:r>
              <a:rPr lang="es-CO" dirty="0" err="1"/>
              <a:t>LEDs</a:t>
            </a:r>
            <a:r>
              <a:rPr lang="es-CO" dirty="0"/>
              <a:t> indicadores y el lector RFID funcionando.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905792A-2ADE-CE62-F49E-D6A6E2BF95CB}"/>
              </a:ext>
            </a:extLst>
          </p:cNvPr>
          <p:cNvSpPr txBox="1"/>
          <p:nvPr/>
        </p:nvSpPr>
        <p:spPr>
          <a:xfrm>
            <a:off x="5204460" y="2426971"/>
            <a:ext cx="1333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000"/>
            </a:lvl1pPr>
          </a:lstStyle>
          <a:p>
            <a:r>
              <a:rPr lang="es-CO" dirty="0"/>
              <a:t>Se prueban las tarjetas RFID para verificar el encendido de </a:t>
            </a:r>
            <a:r>
              <a:rPr lang="es-CO" dirty="0" err="1"/>
              <a:t>LEDs</a:t>
            </a:r>
            <a:r>
              <a:rPr lang="es-CO" dirty="0"/>
              <a:t> según la autorización.</a:t>
            </a:r>
          </a:p>
          <a:p>
            <a:r>
              <a:rPr lang="es-CO" dirty="0"/>
              <a:t>.</a:t>
            </a:r>
          </a:p>
          <a:p>
            <a:endParaRPr lang="es-CO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3B71810-9596-1BE9-834B-FD1D3C1F00F1}"/>
              </a:ext>
            </a:extLst>
          </p:cNvPr>
          <p:cNvSpPr txBox="1"/>
          <p:nvPr/>
        </p:nvSpPr>
        <p:spPr>
          <a:xfrm>
            <a:off x="6697980" y="2426971"/>
            <a:ext cx="14249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000"/>
            </a:lvl1pPr>
          </a:lstStyle>
          <a:p>
            <a:r>
              <a:rPr lang="es-419" dirty="0"/>
              <a:t>Se conecta fuente de poder DC de 12V para alimentar el circuito.</a:t>
            </a:r>
            <a:endParaRPr lang="es-CO" dirty="0"/>
          </a:p>
          <a:p>
            <a:endParaRPr lang="es-CO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55486BD4-8A9F-A345-7EED-9588FAA7A0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4167" b="94792" l="3093" r="95876">
                        <a14:foregroundMark x1="41237" y1="37500" x2="41237" y2="37500"/>
                        <a14:foregroundMark x1="26804" y1="41667" x2="71134" y2="70833"/>
                        <a14:foregroundMark x1="71134" y1="70833" x2="65979" y2="25000"/>
                        <a14:foregroundMark x1="13402" y1="45833" x2="13402" y2="45833"/>
                        <a14:foregroundMark x1="21649" y1="44792" x2="21649" y2="44792"/>
                        <a14:foregroundMark x1="21649" y1="44792" x2="21649" y2="44792"/>
                        <a14:foregroundMark x1="21649" y1="44792" x2="21649" y2="44792"/>
                        <a14:foregroundMark x1="21649" y1="44792" x2="21649" y2="44792"/>
                        <a14:foregroundMark x1="21649" y1="44792" x2="36082" y2="27083"/>
                        <a14:foregroundMark x1="36082" y1="27083" x2="36082" y2="27083"/>
                        <a14:foregroundMark x1="36082" y1="27083" x2="36082" y2="27083"/>
                        <a14:foregroundMark x1="36082" y1="27083" x2="36082" y2="27083"/>
                        <a14:foregroundMark x1="36082" y1="27083" x2="36082" y2="27083"/>
                        <a14:foregroundMark x1="36082" y1="27083" x2="86598" y2="80208"/>
                        <a14:foregroundMark x1="86598" y1="80208" x2="22680" y2="65625"/>
                        <a14:foregroundMark x1="22680" y1="65625" x2="27835" y2="22917"/>
                        <a14:foregroundMark x1="42268" y1="4167" x2="42268" y2="4167"/>
                        <a14:foregroundMark x1="46392" y1="95833" x2="46392" y2="95833"/>
                        <a14:foregroundMark x1="96907" y1="45833" x2="96907" y2="45833"/>
                        <a14:foregroundMark x1="3093" y1="56250" x2="3093" y2="56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4839" y="945335"/>
            <a:ext cx="205636" cy="20351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A701875E-DB34-E347-E86F-17FB2BE6764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835" b="88991" l="6604" r="92453">
                        <a14:foregroundMark x1="40566" y1="44954" x2="51887" y2="26606"/>
                        <a14:foregroundMark x1="55660" y1="44954" x2="55660" y2="44954"/>
                        <a14:foregroundMark x1="55660" y1="60550" x2="55660" y2="60550"/>
                        <a14:foregroundMark x1="6604" y1="55046" x2="6604" y2="55046"/>
                        <a14:foregroundMark x1="54717" y1="2752" x2="54717" y2="2752"/>
                        <a14:foregroundMark x1="92453" y1="51376" x2="92453" y2="51376"/>
                        <a14:foregroundMark x1="66038" y1="56881" x2="66038" y2="56881"/>
                        <a14:foregroundMark x1="58491" y1="56881" x2="58491" y2="56881"/>
                        <a14:foregroundMark x1="42453" y1="66055" x2="42453" y2="660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6318" y="956511"/>
            <a:ext cx="213301" cy="21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59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51DA9D2-C040-5D12-12F2-4818A354B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021" y="181385"/>
            <a:ext cx="5222700" cy="856560"/>
          </a:xfrm>
        </p:spPr>
        <p:txBody>
          <a:bodyPr/>
          <a:lstStyle/>
          <a:p>
            <a:r>
              <a:rPr lang="es-419" sz="3600" b="1" dirty="0">
                <a:latin typeface="Open Sans" panose="02000000000000000000" pitchFamily="2" charset="0"/>
                <a:ea typeface="Open Sans" panose="02000000000000000000" pitchFamily="2" charset="0"/>
              </a:rPr>
              <a:t>Código</a:t>
            </a:r>
            <a:endParaRPr lang="es-CO" sz="3600" b="1" dirty="0">
              <a:latin typeface="Open Sans" panose="02000000000000000000" pitchFamily="2" charset="0"/>
              <a:ea typeface="Open Sans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FEF454-829C-5F8E-35CF-D55F687C34C9}"/>
              </a:ext>
            </a:extLst>
          </p:cNvPr>
          <p:cNvSpPr txBox="1"/>
          <p:nvPr/>
        </p:nvSpPr>
        <p:spPr>
          <a:xfrm>
            <a:off x="3657600" y="191998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s-CO" dirty="0"/>
          </a:p>
        </p:txBody>
      </p:sp>
      <p:sp>
        <p:nvSpPr>
          <p:cNvPr id="8" name="Título 4">
            <a:extLst>
              <a:ext uri="{FF2B5EF4-FFF2-40B4-BE49-F238E27FC236}">
                <a16:creationId xmlns:a16="http://schemas.microsoft.com/office/drawing/2014/main" id="{E112813A-41C9-2A37-DA3B-759D4538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0650" y="1118877"/>
            <a:ext cx="5332248" cy="1572284"/>
          </a:xfrm>
        </p:spPr>
        <p:txBody>
          <a:bodyPr/>
          <a:lstStyle/>
          <a:p>
            <a:r>
              <a:rPr lang="es-CO" dirty="0"/>
              <a:t>https://app.arduino.cc/sketches/c3fd42c6-9f2c-487c-ae98-4e19462253a4?view-mode=preview</a:t>
            </a:r>
          </a:p>
        </p:txBody>
      </p:sp>
    </p:spTree>
    <p:extLst>
      <p:ext uri="{BB962C8B-B14F-4D97-AF65-F5344CB8AC3E}">
        <p14:creationId xmlns:p14="http://schemas.microsoft.com/office/powerpoint/2010/main" val="2012895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94EDCF-CB07-214F-B58E-86D05CBEF487}"/>
              </a:ext>
            </a:extLst>
          </p:cNvPr>
          <p:cNvSpPr txBox="1"/>
          <p:nvPr/>
        </p:nvSpPr>
        <p:spPr>
          <a:xfrm>
            <a:off x="1559379" y="328008"/>
            <a:ext cx="58946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dk1"/>
                </a:solidFill>
                <a:latin typeface="Open Sans" panose="02000000000000000000" pitchFamily="2" charset="0"/>
                <a:ea typeface="Open Sans" panose="02000000000000000000" pitchFamily="2" charset="0"/>
                <a:sym typeface="Anaheim"/>
              </a:rPr>
              <a:t>Link video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  <a:sym typeface="Anaheim"/>
              </a:rPr>
              <a:t>Vista del montaje paso a paso 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  <a:sym typeface="Anaheim"/>
              </a:rPr>
              <a:t>Y su funcionamiento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AD8705-52C1-8B5F-2781-FCC70233BBC1}"/>
              </a:ext>
            </a:extLst>
          </p:cNvPr>
          <p:cNvSpPr txBox="1"/>
          <p:nvPr/>
        </p:nvSpPr>
        <p:spPr>
          <a:xfrm>
            <a:off x="2143125" y="2239480"/>
            <a:ext cx="4857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dirty="0">
                <a:solidFill>
                  <a:schemeClr val="dk1"/>
                </a:solidFill>
                <a:latin typeface="Raleway SemiBold"/>
                <a:sym typeface="Raleway SemiBold"/>
              </a:rPr>
              <a:t>https://www.youtube.com/watch?v=429Tt-C3h7E</a:t>
            </a:r>
          </a:p>
        </p:txBody>
      </p:sp>
    </p:spTree>
    <p:extLst>
      <p:ext uri="{BB962C8B-B14F-4D97-AF65-F5344CB8AC3E}">
        <p14:creationId xmlns:p14="http://schemas.microsoft.com/office/powerpoint/2010/main" val="2370817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5CD8C3-A565-0454-5D61-00B9A0F1BD4F}"/>
              </a:ext>
            </a:extLst>
          </p:cNvPr>
          <p:cNvSpPr txBox="1"/>
          <p:nvPr/>
        </p:nvSpPr>
        <p:spPr>
          <a:xfrm>
            <a:off x="2506175" y="127726"/>
            <a:ext cx="390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dk1"/>
                </a:solidFill>
                <a:latin typeface="Open Sans" panose="02000000000000000000" pitchFamily="2" charset="0"/>
                <a:ea typeface="Open Sans" panose="02000000000000000000" pitchFamily="2" charset="0"/>
              </a:rPr>
              <a:t>Referencias</a:t>
            </a:r>
            <a:endParaRPr lang="es-CO" sz="3600" b="1" dirty="0">
              <a:solidFill>
                <a:schemeClr val="dk1"/>
              </a:solidFill>
              <a:latin typeface="Open Sans" panose="02000000000000000000" pitchFamily="2" charset="0"/>
              <a:ea typeface="Open Sans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4F02A8-9D0E-8F07-E86F-7BFE13EB1CC6}"/>
              </a:ext>
            </a:extLst>
          </p:cNvPr>
          <p:cNvSpPr txBox="1"/>
          <p:nvPr/>
        </p:nvSpPr>
        <p:spPr>
          <a:xfrm>
            <a:off x="192505" y="774057"/>
            <a:ext cx="87012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</a:rPr>
              <a:t>1] </a:t>
            </a:r>
            <a:r>
              <a:rPr lang="es-ES" sz="2400" dirty="0" err="1">
                <a:solidFill>
                  <a:schemeClr val="dk1"/>
                </a:solidFill>
                <a:latin typeface="Raleway SemiBold"/>
              </a:rPr>
              <a:t>MakeUseOf</a:t>
            </a:r>
            <a:r>
              <a:rPr lang="es-ES" sz="2400" dirty="0">
                <a:solidFill>
                  <a:schemeClr val="dk1"/>
                </a:solidFill>
                <a:latin typeface="Raleway SemiBold"/>
              </a:rPr>
              <a:t>, "</a:t>
            </a:r>
            <a:r>
              <a:rPr lang="en-US" sz="2400" dirty="0">
                <a:solidFill>
                  <a:schemeClr val="dk1"/>
                </a:solidFill>
                <a:latin typeface="Raleway SemiBold"/>
              </a:rPr>
              <a:t> DIY RFID Smart Lock with Arduino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</a:rPr>
              <a:t>," YouTube, </a:t>
            </a:r>
            <a:r>
              <a:rPr lang="es-CO" sz="2400" dirty="0">
                <a:solidFill>
                  <a:schemeClr val="dk1"/>
                </a:solidFill>
                <a:latin typeface="Raleway SemiBold"/>
              </a:rPr>
              <a:t>10 abril 2017</a:t>
            </a:r>
            <a:r>
              <a:rPr lang="es-ES" sz="2400" dirty="0">
                <a:solidFill>
                  <a:schemeClr val="dk1"/>
                </a:solidFill>
                <a:latin typeface="Raleway SemiBold"/>
              </a:rPr>
              <a:t>. [Video en línea]. Disponible 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</a:rPr>
              <a:t>en: </a:t>
            </a:r>
          </a:p>
          <a:p>
            <a:pPr algn="ctr"/>
            <a:r>
              <a:rPr lang="es-CO" sz="2400" dirty="0">
                <a:solidFill>
                  <a:schemeClr val="dk1"/>
                </a:solidFill>
                <a:latin typeface="Raleway Semi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https://youtu.be/VfAOwO1o2fI?si=Qrq5tTWrmEeiuj2K</a:t>
            </a:r>
            <a:r>
              <a:rPr lang="es-ES" sz="2400" dirty="0">
                <a:solidFill>
                  <a:schemeClr val="dk1"/>
                </a:solidFill>
                <a:latin typeface="Raleway SemiBold"/>
              </a:rPr>
              <a:t>.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</a:rPr>
              <a:t>[Consultado: 8 sept. 2025]</a:t>
            </a:r>
            <a:endParaRPr lang="es-CO" sz="2400" dirty="0">
              <a:solidFill>
                <a:schemeClr val="dk1"/>
              </a:solidFill>
              <a:latin typeface="Raleway Semi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158502-B8D4-560F-5A28-0C08043DEB5B}"/>
              </a:ext>
            </a:extLst>
          </p:cNvPr>
          <p:cNvSpPr txBox="1"/>
          <p:nvPr/>
        </p:nvSpPr>
        <p:spPr>
          <a:xfrm>
            <a:off x="231006" y="2835176"/>
            <a:ext cx="86242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</a:rPr>
              <a:t>2] Arduino desde cero en Español, "Capítulo 40 - RFID RC522 kit lector, tarjeta, llavero 13.56 </a:t>
            </a:r>
            <a:r>
              <a:rPr lang="es-ES" sz="2400" dirty="0" err="1">
                <a:solidFill>
                  <a:schemeClr val="dk1"/>
                </a:solidFill>
                <a:latin typeface="Raleway SemiBold"/>
              </a:rPr>
              <a:t>Mhz</a:t>
            </a:r>
            <a:r>
              <a:rPr lang="es-ES" sz="2400" dirty="0">
                <a:solidFill>
                  <a:schemeClr val="dk1"/>
                </a:solidFill>
                <a:latin typeface="Raleway SemiBold"/>
              </a:rPr>
              <a:t>," YouTube, 18 de agosto de 2018. [Video en línea]. Disponible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</a:rPr>
              <a:t> en: 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https://youtu.be/VFAoW0102fl</a:t>
            </a:r>
            <a:r>
              <a:rPr lang="es-ES" sz="2400" dirty="0">
                <a:solidFill>
                  <a:schemeClr val="dk1"/>
                </a:solidFill>
                <a:latin typeface="Raleway SemiBold"/>
              </a:rPr>
              <a:t>. </a:t>
            </a:r>
          </a:p>
          <a:p>
            <a:pPr algn="ctr"/>
            <a:r>
              <a:rPr lang="es-ES" sz="2400" dirty="0">
                <a:solidFill>
                  <a:schemeClr val="dk1"/>
                </a:solidFill>
                <a:latin typeface="Raleway SemiBold"/>
              </a:rPr>
              <a:t>[Consultado: 8 sept. 2025]</a:t>
            </a:r>
            <a:endParaRPr lang="es-CO" sz="2400" dirty="0">
              <a:solidFill>
                <a:schemeClr val="dk1"/>
              </a:solidFill>
              <a:latin typeface="Ralew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73767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lectricity Consumption Consulting by Slidesgo">
  <a:themeElements>
    <a:clrScheme name="Simple Light">
      <a:dk1>
        <a:srgbClr val="191919"/>
      </a:dk1>
      <a:lt1>
        <a:srgbClr val="E8E6D6"/>
      </a:lt1>
      <a:dk2>
        <a:srgbClr val="FEB530"/>
      </a:dk2>
      <a:lt2>
        <a:srgbClr val="F46123"/>
      </a:lt2>
      <a:accent1>
        <a:srgbClr val="1F8E2E"/>
      </a:accent1>
      <a:accent2>
        <a:srgbClr val="2E83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1F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339d25-fcf7-4d77-abc1-f9d90389b13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10DC1840B20046A195C38D3FCC2EA5" ma:contentTypeVersion="9" ma:contentTypeDescription="Create a new document." ma:contentTypeScope="" ma:versionID="950b89cfde45cbe35a9dc2cf9bb13583">
  <xsd:schema xmlns:xsd="http://www.w3.org/2001/XMLSchema" xmlns:xs="http://www.w3.org/2001/XMLSchema" xmlns:p="http://schemas.microsoft.com/office/2006/metadata/properties" xmlns:ns3="b2339d25-fcf7-4d77-abc1-f9d90389b13a" xmlns:ns4="1697f4c5-d65a-46fa-8abc-8e983df5530a" targetNamespace="http://schemas.microsoft.com/office/2006/metadata/properties" ma:root="true" ma:fieldsID="93563a4d28c3544a939342bfa313fc82" ns3:_="" ns4:_="">
    <xsd:import namespace="b2339d25-fcf7-4d77-abc1-f9d90389b13a"/>
    <xsd:import namespace="1697f4c5-d65a-46fa-8abc-8e983df5530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339d25-fcf7-4d77-abc1-f9d90389b1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7f4c5-d65a-46fa-8abc-8e983df5530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09AAD8-41A9-40A5-AA6E-922257E8361F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1697f4c5-d65a-46fa-8abc-8e983df5530a"/>
    <ds:schemaRef ds:uri="b2339d25-fcf7-4d77-abc1-f9d90389b13a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2D37303-EFC4-4B23-99EA-FECAEDEECD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B98CE2-A3F8-41DB-A460-B49E4EF88C2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2339d25-fcf7-4d77-abc1-f9d90389b13a"/>
    <ds:schemaRef ds:uri="1697f4c5-d65a-46fa-8abc-8e983df5530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386</Words>
  <Application>Microsoft Office PowerPoint</Application>
  <PresentationFormat>Presentación en pantalla (16:9)</PresentationFormat>
  <Paragraphs>43</Paragraphs>
  <Slides>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Raleway SemiBold</vt:lpstr>
      <vt:lpstr>Arial</vt:lpstr>
      <vt:lpstr>Raleway Black</vt:lpstr>
      <vt:lpstr>Amasis MT Pro Black</vt:lpstr>
      <vt:lpstr>Anaheim</vt:lpstr>
      <vt:lpstr>Open Sans</vt:lpstr>
      <vt:lpstr>Aptos Black</vt:lpstr>
      <vt:lpstr>Hepta Slab SemiBold</vt:lpstr>
      <vt:lpstr>Electricity Consumption Consulting by Slidesgo</vt:lpstr>
      <vt:lpstr>Integrantes:  - Alexander Mejia Ospina - Luis Miguel Muñoz Rendon - Santiago Mayorga Hueso</vt:lpstr>
      <vt:lpstr>Proyecto Final:</vt:lpstr>
      <vt:lpstr>Presentación de PowerPoint</vt:lpstr>
      <vt:lpstr>Presentación de PowerPoint</vt:lpstr>
      <vt:lpstr>https://app.arduino.cc/sketches/c3fd42c6-9f2c-487c-ae98-4e19462253a4?view-mode=preview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Integrantes:  - Alexander Mejia Ospina - Luis Miguel Muñoz Rendon - Santiago Mayorga Hueso - Luisa Fernanda Moreno Guerrero</dc:title>
  <dc:creator>Luis Miguel Muñoz Rendon</dc:creator>
  <cp:lastModifiedBy>Alexander Mejia Ospina</cp:lastModifiedBy>
  <cp:revision>14</cp:revision>
  <dcterms:modified xsi:type="dcterms:W3CDTF">2025-11-11T16:57:53Z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0x0101005910DC1840B20046A195C38D3FCC2EA5</vt:lpwstr>
  </property>
</Properties>
</file>